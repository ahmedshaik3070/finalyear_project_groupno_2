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wholeTbl>
    <a:band2H>
      <a:tcTxStyle b="def" i="def"/>
      <a:tcStyle>
        <a:tcBdr/>
        <a:fill>
          <a:solidFill>
            <a:srgbClr val="FFFFFF"/>
          </a:solidFill>
        </a:fill>
      </a:tcStyle>
    </a:band2H>
    <a:firstCol>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firstCol>
    <a:lastRow>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lastRow>
    <a:firstRow>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5" name="Shape 135"/>
          <p:cNvSpPr/>
          <p:nvPr>
            <p:ph type="sldImg"/>
          </p:nvPr>
        </p:nvSpPr>
        <p:spPr>
          <a:xfrm>
            <a:off x="1143000" y="685800"/>
            <a:ext cx="4572000" cy="3429000"/>
          </a:xfrm>
          <a:prstGeom prst="rect">
            <a:avLst/>
          </a:prstGeom>
        </p:spPr>
        <p:txBody>
          <a:bodyPr/>
          <a:lstStyle/>
          <a:p>
            <a:pPr/>
          </a:p>
        </p:txBody>
      </p:sp>
      <p:sp>
        <p:nvSpPr>
          <p:cNvPr id="136" name="Shape 13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p:spTree>
      <p:nvGrpSpPr>
        <p:cNvPr id="1" name=""/>
        <p:cNvGrpSpPr/>
        <p:nvPr/>
      </p:nvGrpSpPr>
      <p:grpSpPr>
        <a:xfrm>
          <a:off x="0" y="0"/>
          <a:ext cx="0" cy="0"/>
          <a:chOff x="0" y="0"/>
          <a:chExt cx="0" cy="0"/>
        </a:xfrm>
      </p:grpSpPr>
      <p:sp>
        <p:nvSpPr>
          <p:cNvPr id="13"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14"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15" name="Title Text"/>
          <p:cNvSpPr txBox="1"/>
          <p:nvPr>
            <p:ph type="title"/>
          </p:nvPr>
        </p:nvSpPr>
        <p:spPr>
          <a:xfrm>
            <a:off x="1050877" y="1322386"/>
            <a:ext cx="10363201" cy="1470001"/>
          </a:xfrm>
          <a:prstGeom prst="rect">
            <a:avLst/>
          </a:prstGeom>
        </p:spPr>
        <p:txBody>
          <a:bodyPr/>
          <a:lstStyle/>
          <a:p>
            <a:pPr/>
            <a:r>
              <a:t>Title Text</a:t>
            </a:r>
          </a:p>
        </p:txBody>
      </p:sp>
      <p:sp>
        <p:nvSpPr>
          <p:cNvPr id="16" name="Body Level One…"/>
          <p:cNvSpPr txBox="1"/>
          <p:nvPr>
            <p:ph type="body" sz="quarter" idx="1"/>
          </p:nvPr>
        </p:nvSpPr>
        <p:spPr>
          <a:xfrm>
            <a:off x="2032000" y="3326641"/>
            <a:ext cx="8534400" cy="1752601"/>
          </a:xfrm>
          <a:prstGeom prst="rect">
            <a:avLst/>
          </a:prstGeom>
        </p:spPr>
        <p:txBody>
          <a:bodyPr/>
          <a:lstStyle>
            <a:lvl1pPr marL="381000" indent="-304800" algn="ctr">
              <a:buClrTx/>
              <a:buSzTx/>
              <a:buFontTx/>
              <a:buNone/>
              <a:defRPr b="1" sz="2000">
                <a:solidFill>
                  <a:srgbClr val="17365D"/>
                </a:solidFill>
              </a:defRPr>
            </a:lvl1pPr>
            <a:lvl2pPr marL="381000" indent="177800" algn="ctr">
              <a:buClrTx/>
              <a:buSzTx/>
              <a:buFontTx/>
              <a:buNone/>
              <a:defRPr b="1" sz="2000">
                <a:solidFill>
                  <a:srgbClr val="17365D"/>
                </a:solidFill>
              </a:defRPr>
            </a:lvl2pPr>
            <a:lvl3pPr marL="381000" indent="647700" algn="ctr">
              <a:buClrTx/>
              <a:buSzTx/>
              <a:buFontTx/>
              <a:buNone/>
              <a:defRPr b="1" sz="2000">
                <a:solidFill>
                  <a:srgbClr val="17365D"/>
                </a:solidFill>
              </a:defRPr>
            </a:lvl3pPr>
            <a:lvl4pPr marL="381000" indent="1117600" algn="ctr">
              <a:buClrTx/>
              <a:buSzTx/>
              <a:buFontTx/>
              <a:buNone/>
              <a:defRPr b="1" sz="2000">
                <a:solidFill>
                  <a:srgbClr val="17365D"/>
                </a:solidFill>
              </a:defRPr>
            </a:lvl4pPr>
            <a:lvl5pPr marL="381000" indent="1574800" algn="ctr">
              <a:buClrTx/>
              <a:buSzTx/>
              <a:buFontTx/>
              <a:buNone/>
              <a:defRPr b="1" sz="2000">
                <a:solidFill>
                  <a:srgbClr val="17365D"/>
                </a:solidFill>
              </a:defRPr>
            </a:lvl5pPr>
          </a:lstStyle>
          <a:p>
            <a:pPr/>
            <a:r>
              <a:t>Body Level One</a:t>
            </a:r>
          </a:p>
          <a:p>
            <a:pPr lvl="1"/>
            <a:r>
              <a:t>Body Level Two</a:t>
            </a:r>
          </a:p>
          <a:p>
            <a:pPr lvl="2"/>
            <a:r>
              <a:t>Body Level Three</a:t>
            </a:r>
          </a:p>
          <a:p>
            <a:pPr lvl="3"/>
            <a:r>
              <a:t>Body Level Four</a:t>
            </a:r>
          </a:p>
          <a:p>
            <a:pPr lvl="4"/>
            <a:r>
              <a:t>Body Level Five</a:t>
            </a:r>
          </a:p>
        </p:txBody>
      </p:sp>
      <p:sp>
        <p:nvSpPr>
          <p:cNvPr id="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24" name="Title Text"/>
          <p:cNvSpPr txBox="1"/>
          <p:nvPr>
            <p:ph type="title"/>
          </p:nvPr>
        </p:nvSpPr>
        <p:spPr>
          <a:prstGeom prst="rect">
            <a:avLst/>
          </a:prstGeom>
        </p:spPr>
        <p:txBody>
          <a:bodyPr/>
          <a:lstStyle/>
          <a:p>
            <a:pPr/>
            <a:r>
              <a:t>Title Text</a:t>
            </a:r>
          </a:p>
        </p:txBody>
      </p:sp>
      <p:sp>
        <p:nvSpPr>
          <p:cNvPr id="25"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_HEADER">
    <p:spTree>
      <p:nvGrpSpPr>
        <p:cNvPr id="1" name=""/>
        <p:cNvGrpSpPr/>
        <p:nvPr/>
      </p:nvGrpSpPr>
      <p:grpSpPr>
        <a:xfrm>
          <a:off x="0" y="0"/>
          <a:ext cx="0" cy="0"/>
          <a:chOff x="0" y="0"/>
          <a:chExt cx="0" cy="0"/>
        </a:xfrm>
      </p:grpSpPr>
      <p:sp>
        <p:nvSpPr>
          <p:cNvPr id="33"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34"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35" name="Title Text"/>
          <p:cNvSpPr txBox="1"/>
          <p:nvPr>
            <p:ph type="title"/>
          </p:nvPr>
        </p:nvSpPr>
        <p:spPr>
          <a:xfrm>
            <a:off x="963084" y="4406903"/>
            <a:ext cx="10363201" cy="1362001"/>
          </a:xfrm>
          <a:prstGeom prst="rect">
            <a:avLst/>
          </a:prstGeom>
        </p:spPr>
        <p:txBody>
          <a:bodyPr anchor="t"/>
          <a:lstStyle>
            <a:lvl1pPr>
              <a:defRPr sz="4000">
                <a:solidFill>
                  <a:srgbClr val="FF0000"/>
                </a:solidFill>
              </a:defRPr>
            </a:lvl1pPr>
          </a:lstStyle>
          <a:p>
            <a:pPr/>
            <a:r>
              <a:t>Title Text</a:t>
            </a:r>
          </a:p>
        </p:txBody>
      </p:sp>
      <p:sp>
        <p:nvSpPr>
          <p:cNvPr id="36" name="Body Level One…"/>
          <p:cNvSpPr txBox="1"/>
          <p:nvPr>
            <p:ph type="body" sz="quarter" idx="1"/>
          </p:nvPr>
        </p:nvSpPr>
        <p:spPr>
          <a:xfrm>
            <a:off x="963084" y="2906713"/>
            <a:ext cx="10363201" cy="1500301"/>
          </a:xfrm>
          <a:prstGeom prst="rect">
            <a:avLst/>
          </a:prstGeom>
        </p:spPr>
        <p:txBody>
          <a:bodyPr anchor="b"/>
          <a:lstStyle>
            <a:lvl1pPr marL="228600" indent="0">
              <a:buClrTx/>
              <a:buSzTx/>
              <a:buFontTx/>
              <a:buNone/>
              <a:defRPr sz="2000">
                <a:solidFill>
                  <a:srgbClr val="888888"/>
                </a:solidFill>
              </a:defRPr>
            </a:lvl1pPr>
            <a:lvl2pPr marL="228600" indent="457200">
              <a:buClrTx/>
              <a:buSzTx/>
              <a:buFontTx/>
              <a:buNone/>
              <a:defRPr sz="2000">
                <a:solidFill>
                  <a:srgbClr val="888888"/>
                </a:solidFill>
              </a:defRPr>
            </a:lvl2pPr>
            <a:lvl3pPr marL="228600" indent="914400">
              <a:buClrTx/>
              <a:buSzTx/>
              <a:buFontTx/>
              <a:buNone/>
              <a:defRPr sz="2000">
                <a:solidFill>
                  <a:srgbClr val="888888"/>
                </a:solidFill>
              </a:defRPr>
            </a:lvl3pPr>
            <a:lvl4pPr marL="228600" indent="1371600">
              <a:buClrTx/>
              <a:buSzTx/>
              <a:buFontTx/>
              <a:buNone/>
              <a:defRPr sz="2000">
                <a:solidFill>
                  <a:srgbClr val="888888"/>
                </a:solidFill>
              </a:defRPr>
            </a:lvl4pPr>
            <a:lvl5pPr marL="228600" indent="1828800">
              <a:buClrTx/>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
    <p:spTree>
      <p:nvGrpSpPr>
        <p:cNvPr id="1" name=""/>
        <p:cNvGrpSpPr/>
        <p:nvPr/>
      </p:nvGrpSpPr>
      <p:grpSpPr>
        <a:xfrm>
          <a:off x="0" y="0"/>
          <a:ext cx="0" cy="0"/>
          <a:chOff x="0" y="0"/>
          <a:chExt cx="0" cy="0"/>
        </a:xfrm>
      </p:grpSpPr>
      <p:sp>
        <p:nvSpPr>
          <p:cNvPr id="44"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45"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46" name="Title Text"/>
          <p:cNvSpPr txBox="1"/>
          <p:nvPr>
            <p:ph type="title"/>
          </p:nvPr>
        </p:nvSpPr>
        <p:spPr>
          <a:prstGeom prst="rect">
            <a:avLst/>
          </a:prstGeom>
        </p:spPr>
        <p:txBody>
          <a:bodyPr/>
          <a:lstStyle>
            <a:lvl1pPr>
              <a:defRPr>
                <a:solidFill>
                  <a:srgbClr val="FF0000"/>
                </a:solidFill>
              </a:defRPr>
            </a:lvl1pPr>
          </a:lstStyle>
          <a:p>
            <a:pPr/>
            <a:r>
              <a:t>Title Text</a:t>
            </a:r>
          </a:p>
        </p:txBody>
      </p:sp>
      <p:sp>
        <p:nvSpPr>
          <p:cNvPr id="47" name="Body Level One…"/>
          <p:cNvSpPr txBox="1"/>
          <p:nvPr>
            <p:ph type="body" sz="half" idx="1"/>
          </p:nvPr>
        </p:nvSpPr>
        <p:spPr>
          <a:xfrm>
            <a:off x="609600" y="1600203"/>
            <a:ext cx="5384701" cy="4526101"/>
          </a:xfrm>
          <a:prstGeom prst="rect">
            <a:avLst/>
          </a:prstGeom>
        </p:spPr>
        <p:txBody>
          <a:bodyPr/>
          <a:lstStyle>
            <a:lvl1pPr indent="-406400">
              <a:spcBef>
                <a:spcPts val="500"/>
              </a:spcBef>
              <a:buSzPts val="2800"/>
              <a:defRPr sz="2800"/>
            </a:lvl1pPr>
            <a:lvl2pPr marL="977900" indent="-444500">
              <a:spcBef>
                <a:spcPts val="500"/>
              </a:spcBef>
              <a:buSzPts val="2800"/>
              <a:defRPr sz="2800"/>
            </a:lvl2pPr>
            <a:lvl3pPr marL="1513839" indent="-497839">
              <a:spcBef>
                <a:spcPts val="500"/>
              </a:spcBef>
              <a:buSzPts val="2800"/>
              <a:defRPr sz="2800"/>
            </a:lvl3pPr>
            <a:lvl4pPr marL="2019300" indent="-533400">
              <a:spcBef>
                <a:spcPts val="500"/>
              </a:spcBef>
              <a:buSzPts val="2800"/>
              <a:defRPr sz="2800"/>
            </a:lvl4pPr>
            <a:lvl5pPr marL="2476500" indent="-533400">
              <a:spcBef>
                <a:spcPts val="500"/>
              </a:spcBef>
              <a:buSzPts val="2800"/>
              <a:defRPr sz="2800"/>
            </a:lvl5pPr>
          </a:lstStyle>
          <a:p>
            <a:pPr/>
            <a:r>
              <a:t>Body Level One</a:t>
            </a:r>
          </a:p>
          <a:p>
            <a:pPr lvl="1"/>
            <a:r>
              <a:t>Body Level Two</a:t>
            </a:r>
          </a:p>
          <a:p>
            <a:pPr lvl="2"/>
            <a:r>
              <a:t>Body Level Three</a:t>
            </a:r>
          </a:p>
          <a:p>
            <a:pPr lvl="3"/>
            <a:r>
              <a:t>Body Level Four</a:t>
            </a:r>
          </a:p>
          <a:p>
            <a:pPr lvl="4"/>
            <a:r>
              <a:t>Body Level Five</a:t>
            </a:r>
          </a:p>
        </p:txBody>
      </p:sp>
      <p:sp>
        <p:nvSpPr>
          <p:cNvPr id="48" name="Google Shape;34;p5"/>
          <p:cNvSpPr txBox="1"/>
          <p:nvPr>
            <p:ph type="body" sz="half" idx="21"/>
          </p:nvPr>
        </p:nvSpPr>
        <p:spPr>
          <a:xfrm>
            <a:off x="6197599" y="1600202"/>
            <a:ext cx="5384702" cy="4526102"/>
          </a:xfrm>
          <a:prstGeom prst="rect">
            <a:avLst/>
          </a:prstGeom>
        </p:spPr>
        <p:txBody>
          <a:bodyPr/>
          <a:lstStyle/>
          <a:p>
            <a:pPr indent="-406400">
              <a:spcBef>
                <a:spcPts val="500"/>
              </a:spcBef>
              <a:buSzPts val="2800"/>
              <a:defRPr sz="2800"/>
            </a:pP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_WITH_TEXT">
    <p:spTree>
      <p:nvGrpSpPr>
        <p:cNvPr id="1" name=""/>
        <p:cNvGrpSpPr/>
        <p:nvPr/>
      </p:nvGrpSpPr>
      <p:grpSpPr>
        <a:xfrm>
          <a:off x="0" y="0"/>
          <a:ext cx="0" cy="0"/>
          <a:chOff x="0" y="0"/>
          <a:chExt cx="0" cy="0"/>
        </a:xfrm>
      </p:grpSpPr>
      <p:sp>
        <p:nvSpPr>
          <p:cNvPr id="56"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57"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58" name="Title Text"/>
          <p:cNvSpPr txBox="1"/>
          <p:nvPr>
            <p:ph type="title"/>
          </p:nvPr>
        </p:nvSpPr>
        <p:spPr>
          <a:xfrm>
            <a:off x="859367" y="304800"/>
            <a:ext cx="10668001" cy="487500"/>
          </a:xfrm>
          <a:prstGeom prst="rect">
            <a:avLst/>
          </a:prstGeom>
        </p:spPr>
        <p:txBody>
          <a:bodyPr/>
          <a:lstStyle>
            <a:lvl1pPr>
              <a:defRPr>
                <a:solidFill>
                  <a:srgbClr val="FF0000"/>
                </a:solidFill>
              </a:defRPr>
            </a:lvl1pPr>
          </a:lstStyle>
          <a:p>
            <a:pPr/>
            <a:r>
              <a:t>Title Text</a:t>
            </a:r>
          </a:p>
        </p:txBody>
      </p:sp>
      <p:sp>
        <p:nvSpPr>
          <p:cNvPr id="59" name="Body Level One…"/>
          <p:cNvSpPr txBox="1"/>
          <p:nvPr>
            <p:ph type="body" sz="quarter" idx="1"/>
          </p:nvPr>
        </p:nvSpPr>
        <p:spPr>
          <a:xfrm>
            <a:off x="609600" y="1535112"/>
            <a:ext cx="5386800" cy="639901"/>
          </a:xfrm>
          <a:prstGeom prst="rect">
            <a:avLst/>
          </a:prstGeom>
        </p:spPr>
        <p:txBody>
          <a:bodyPr anchor="b"/>
          <a:lstStyle>
            <a:lvl1pPr marL="228600" indent="0">
              <a:buClrTx/>
              <a:buSzTx/>
              <a:buFontTx/>
              <a:buNone/>
              <a:defRPr b="1"/>
            </a:lvl1pPr>
            <a:lvl2pPr marL="228600" indent="457200">
              <a:buClrTx/>
              <a:buSzTx/>
              <a:buFontTx/>
              <a:buNone/>
              <a:defRPr b="1"/>
            </a:lvl2pPr>
            <a:lvl3pPr marL="228600" indent="914400">
              <a:buClrTx/>
              <a:buSzTx/>
              <a:buFontTx/>
              <a:buNone/>
              <a:defRPr b="1"/>
            </a:lvl3pPr>
            <a:lvl4pPr marL="228600" indent="1371600">
              <a:buClrTx/>
              <a:buSzTx/>
              <a:buFontTx/>
              <a:buNone/>
              <a:defRPr b="1"/>
            </a:lvl4pPr>
            <a:lvl5pPr marL="228600" indent="1828800">
              <a:buClrTx/>
              <a:buSzTx/>
              <a:buFontTx/>
              <a:buNone/>
              <a:defRPr b="1"/>
            </a:lvl5pPr>
          </a:lstStyle>
          <a:p>
            <a:pPr/>
            <a:r>
              <a:t>Body Level One</a:t>
            </a:r>
          </a:p>
          <a:p>
            <a:pPr lvl="1"/>
            <a:r>
              <a:t>Body Level Two</a:t>
            </a:r>
          </a:p>
          <a:p>
            <a:pPr lvl="2"/>
            <a:r>
              <a:t>Body Level Three</a:t>
            </a:r>
          </a:p>
          <a:p>
            <a:pPr lvl="3"/>
            <a:r>
              <a:t>Body Level Four</a:t>
            </a:r>
          </a:p>
          <a:p>
            <a:pPr lvl="4"/>
            <a:r>
              <a:t>Body Level Five</a:t>
            </a:r>
          </a:p>
        </p:txBody>
      </p:sp>
      <p:sp>
        <p:nvSpPr>
          <p:cNvPr id="60" name="Google Shape;41;p6"/>
          <p:cNvSpPr txBox="1"/>
          <p:nvPr>
            <p:ph type="body" sz="half" idx="21"/>
          </p:nvPr>
        </p:nvSpPr>
        <p:spPr>
          <a:xfrm>
            <a:off x="609599" y="2174875"/>
            <a:ext cx="5386802" cy="3951300"/>
          </a:xfrm>
          <a:prstGeom prst="rect">
            <a:avLst/>
          </a:prstGeom>
        </p:spPr>
        <p:txBody>
          <a:bodyPr/>
          <a:lstStyle/>
          <a:p>
            <a:pPr/>
          </a:p>
        </p:txBody>
      </p:sp>
      <p:sp>
        <p:nvSpPr>
          <p:cNvPr id="61" name="Google Shape;42;p6"/>
          <p:cNvSpPr txBox="1"/>
          <p:nvPr>
            <p:ph type="body" sz="quarter" idx="22"/>
          </p:nvPr>
        </p:nvSpPr>
        <p:spPr>
          <a:xfrm>
            <a:off x="6193368" y="1535112"/>
            <a:ext cx="5388901" cy="639901"/>
          </a:xfrm>
          <a:prstGeom prst="rect">
            <a:avLst/>
          </a:prstGeom>
        </p:spPr>
        <p:txBody>
          <a:bodyPr anchor="b"/>
          <a:lstStyle/>
          <a:p>
            <a:pPr marL="228600" indent="0">
              <a:buClrTx/>
              <a:buSzTx/>
              <a:buFontTx/>
              <a:buNone/>
              <a:defRPr b="1"/>
            </a:pPr>
          </a:p>
        </p:txBody>
      </p:sp>
      <p:sp>
        <p:nvSpPr>
          <p:cNvPr id="62" name="Google Shape;43;p6"/>
          <p:cNvSpPr txBox="1"/>
          <p:nvPr>
            <p:ph type="body" sz="half" idx="23"/>
          </p:nvPr>
        </p:nvSpPr>
        <p:spPr>
          <a:xfrm>
            <a:off x="6193368" y="2174875"/>
            <a:ext cx="5388901" cy="3951300"/>
          </a:xfrm>
          <a:prstGeom prst="rect">
            <a:avLst/>
          </a:prstGeom>
        </p:spPr>
        <p:txBody>
          <a:bodyPr/>
          <a:lstStyle/>
          <a:p>
            <a:pPr/>
          </a:p>
        </p:txBody>
      </p:sp>
      <p:sp>
        <p:nvSpPr>
          <p:cNvPr id="6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ONLY">
    <p:spTree>
      <p:nvGrpSpPr>
        <p:cNvPr id="1" name=""/>
        <p:cNvGrpSpPr/>
        <p:nvPr/>
      </p:nvGrpSpPr>
      <p:grpSpPr>
        <a:xfrm>
          <a:off x="0" y="0"/>
          <a:ext cx="0" cy="0"/>
          <a:chOff x="0" y="0"/>
          <a:chExt cx="0" cy="0"/>
        </a:xfrm>
      </p:grpSpPr>
      <p:sp>
        <p:nvSpPr>
          <p:cNvPr id="70"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71"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72" name="Title Text"/>
          <p:cNvSpPr txBox="1"/>
          <p:nvPr>
            <p:ph type="title"/>
          </p:nvPr>
        </p:nvSpPr>
        <p:spPr>
          <a:xfrm>
            <a:off x="3860800" y="274638"/>
            <a:ext cx="7721700" cy="487501"/>
          </a:xfrm>
          <a:prstGeom prst="rect">
            <a:avLst/>
          </a:prstGeom>
        </p:spPr>
        <p:txBody>
          <a:bodyPr/>
          <a:lstStyle>
            <a:lvl1pPr>
              <a:defRPr>
                <a:solidFill>
                  <a:srgbClr val="FF0000"/>
                </a:solidFill>
              </a:defRPr>
            </a:lvl1pPr>
          </a:lstStyle>
          <a:p>
            <a:pPr/>
            <a:r>
              <a:t>Title Text</a:t>
            </a:r>
          </a:p>
        </p:txBody>
      </p:sp>
      <p:pic>
        <p:nvPicPr>
          <p:cNvPr id="73" name="Google Shape;52;p7" descr="Google Shape;52;p7"/>
          <p:cNvPicPr>
            <a:picLocks noChangeAspect="1"/>
          </p:cNvPicPr>
          <p:nvPr/>
        </p:nvPicPr>
        <p:blipFill>
          <a:blip r:embed="rId3">
            <a:extLst/>
          </a:blip>
          <a:stretch>
            <a:fillRect/>
          </a:stretch>
        </p:blipFill>
        <p:spPr>
          <a:xfrm>
            <a:off x="2505208" y="139873"/>
            <a:ext cx="9686795" cy="698327"/>
          </a:xfrm>
          <a:prstGeom prst="rect">
            <a:avLst/>
          </a:prstGeom>
          <a:ln w="12700">
            <a:miter lim="400000"/>
          </a:ln>
        </p:spPr>
      </p:pic>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sp>
        <p:nvSpPr>
          <p:cNvPr id="81"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82"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_WITH_CAPTION_TEXT">
    <p:spTree>
      <p:nvGrpSpPr>
        <p:cNvPr id="1" name=""/>
        <p:cNvGrpSpPr/>
        <p:nvPr/>
      </p:nvGrpSpPr>
      <p:grpSpPr>
        <a:xfrm>
          <a:off x="0" y="0"/>
          <a:ext cx="0" cy="0"/>
          <a:chOff x="0" y="0"/>
          <a:chExt cx="0" cy="0"/>
        </a:xfrm>
      </p:grpSpPr>
      <p:sp>
        <p:nvSpPr>
          <p:cNvPr id="90"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91"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92" name="Title Text"/>
          <p:cNvSpPr txBox="1"/>
          <p:nvPr>
            <p:ph type="title"/>
          </p:nvPr>
        </p:nvSpPr>
        <p:spPr>
          <a:xfrm>
            <a:off x="609601" y="273050"/>
            <a:ext cx="4011002" cy="1162200"/>
          </a:xfrm>
          <a:prstGeom prst="rect">
            <a:avLst/>
          </a:prstGeom>
        </p:spPr>
        <p:txBody>
          <a:bodyPr anchor="b"/>
          <a:lstStyle>
            <a:lvl1pPr>
              <a:defRPr sz="2000">
                <a:solidFill>
                  <a:srgbClr val="FF0000"/>
                </a:solidFill>
              </a:defRPr>
            </a:lvl1pPr>
          </a:lstStyle>
          <a:p>
            <a:pPr/>
            <a:r>
              <a:t>Title Text</a:t>
            </a:r>
          </a:p>
        </p:txBody>
      </p:sp>
      <p:sp>
        <p:nvSpPr>
          <p:cNvPr id="93" name="Body Level One…"/>
          <p:cNvSpPr txBox="1"/>
          <p:nvPr>
            <p:ph type="body" idx="1"/>
          </p:nvPr>
        </p:nvSpPr>
        <p:spPr>
          <a:xfrm>
            <a:off x="4766733" y="273053"/>
            <a:ext cx="6815701" cy="5853001"/>
          </a:xfrm>
          <a:prstGeom prst="rect">
            <a:avLst/>
          </a:prstGeom>
        </p:spPr>
        <p:txBody>
          <a:bodyPr/>
          <a:lstStyle>
            <a:lvl1pPr indent="-431800">
              <a:spcBef>
                <a:spcPts val="600"/>
              </a:spcBef>
              <a:buSzPts val="3200"/>
              <a:defRPr sz="3200"/>
            </a:lvl1pPr>
            <a:lvl2pPr marL="972457" indent="-464457">
              <a:spcBef>
                <a:spcPts val="600"/>
              </a:spcBef>
              <a:buSzPts val="3200"/>
              <a:defRPr sz="3200"/>
            </a:lvl2pPr>
            <a:lvl3pPr marL="1498600" indent="-508000">
              <a:spcBef>
                <a:spcPts val="600"/>
              </a:spcBef>
              <a:buSzPts val="3200"/>
              <a:defRPr sz="3200"/>
            </a:lvl3pPr>
            <a:lvl4pPr marL="2042160" indent="-568960">
              <a:spcBef>
                <a:spcPts val="600"/>
              </a:spcBef>
              <a:buSzPts val="3200"/>
              <a:defRPr sz="3200"/>
            </a:lvl4pPr>
            <a:lvl5pPr marL="2499360" indent="-568960">
              <a:spcBef>
                <a:spcPts val="600"/>
              </a:spcBef>
              <a:buSzPts val="3200"/>
              <a:defRPr sz="3200"/>
            </a:lvl5pPr>
          </a:lstStyle>
          <a:p>
            <a:pPr/>
            <a:r>
              <a:t>Body Level One</a:t>
            </a:r>
          </a:p>
          <a:p>
            <a:pPr lvl="1"/>
            <a:r>
              <a:t>Body Level Two</a:t>
            </a:r>
          </a:p>
          <a:p>
            <a:pPr lvl="2"/>
            <a:r>
              <a:t>Body Level Three</a:t>
            </a:r>
          </a:p>
          <a:p>
            <a:pPr lvl="3"/>
            <a:r>
              <a:t>Body Level Four</a:t>
            </a:r>
          </a:p>
          <a:p>
            <a:pPr lvl="4"/>
            <a:r>
              <a:t>Body Level Five</a:t>
            </a:r>
          </a:p>
        </p:txBody>
      </p:sp>
      <p:sp>
        <p:nvSpPr>
          <p:cNvPr id="94" name="Google Shape;60;p9"/>
          <p:cNvSpPr txBox="1"/>
          <p:nvPr>
            <p:ph type="body" sz="half" idx="21"/>
          </p:nvPr>
        </p:nvSpPr>
        <p:spPr>
          <a:xfrm>
            <a:off x="609601" y="1435102"/>
            <a:ext cx="4011002" cy="4691102"/>
          </a:xfrm>
          <a:prstGeom prst="rect">
            <a:avLst/>
          </a:prstGeom>
        </p:spPr>
        <p:txBody>
          <a:bodyPr/>
          <a:lstStyle/>
          <a:p>
            <a:pPr marL="228600" indent="0">
              <a:spcBef>
                <a:spcPts val="200"/>
              </a:spcBef>
              <a:buClrTx/>
              <a:buSzTx/>
              <a:buFontTx/>
              <a:buNone/>
              <a:defRPr sz="1400"/>
            </a:pPr>
          </a:p>
        </p:txBody>
      </p:sp>
      <p:sp>
        <p:nvSpPr>
          <p:cNvPr id="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_WITH_CAPTION_TEXT">
    <p:spTree>
      <p:nvGrpSpPr>
        <p:cNvPr id="1" name=""/>
        <p:cNvGrpSpPr/>
        <p:nvPr/>
      </p:nvGrpSpPr>
      <p:grpSpPr>
        <a:xfrm>
          <a:off x="0" y="0"/>
          <a:ext cx="0" cy="0"/>
          <a:chOff x="0" y="0"/>
          <a:chExt cx="0" cy="0"/>
        </a:xfrm>
      </p:grpSpPr>
      <p:sp>
        <p:nvSpPr>
          <p:cNvPr id="102"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103"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104" name="Title Text"/>
          <p:cNvSpPr txBox="1"/>
          <p:nvPr>
            <p:ph type="title"/>
          </p:nvPr>
        </p:nvSpPr>
        <p:spPr>
          <a:xfrm>
            <a:off x="2389716" y="4800600"/>
            <a:ext cx="7315201" cy="566701"/>
          </a:xfrm>
          <a:prstGeom prst="rect">
            <a:avLst/>
          </a:prstGeom>
        </p:spPr>
        <p:txBody>
          <a:bodyPr anchor="b"/>
          <a:lstStyle>
            <a:lvl1pPr>
              <a:defRPr sz="2000">
                <a:solidFill>
                  <a:srgbClr val="FF0000"/>
                </a:solidFill>
              </a:defRPr>
            </a:lvl1pPr>
          </a:lstStyle>
          <a:p>
            <a:pPr/>
            <a:r>
              <a:t>Title Text</a:t>
            </a:r>
          </a:p>
        </p:txBody>
      </p:sp>
      <p:sp>
        <p:nvSpPr>
          <p:cNvPr id="105" name="Google Shape;66;p10"/>
          <p:cNvSpPr/>
          <p:nvPr>
            <p:ph type="pic" sz="half" idx="21"/>
          </p:nvPr>
        </p:nvSpPr>
        <p:spPr>
          <a:xfrm>
            <a:off x="2389716" y="612775"/>
            <a:ext cx="7315201" cy="4114800"/>
          </a:xfrm>
          <a:prstGeom prst="rect">
            <a:avLst/>
          </a:prstGeom>
        </p:spPr>
        <p:txBody>
          <a:bodyPr lIns="91439" tIns="45719" rIns="91439" bIns="45719">
            <a:noAutofit/>
          </a:bodyPr>
          <a:lstStyle/>
          <a:p>
            <a:pPr/>
          </a:p>
        </p:txBody>
      </p:sp>
      <p:sp>
        <p:nvSpPr>
          <p:cNvPr id="106" name="Body Level One…"/>
          <p:cNvSpPr txBox="1"/>
          <p:nvPr>
            <p:ph type="body" sz="quarter" idx="1"/>
          </p:nvPr>
        </p:nvSpPr>
        <p:spPr>
          <a:xfrm>
            <a:off x="2389716" y="5367337"/>
            <a:ext cx="7315201" cy="804901"/>
          </a:xfrm>
          <a:prstGeom prst="rect">
            <a:avLst/>
          </a:prstGeom>
        </p:spPr>
        <p:txBody>
          <a:bodyPr/>
          <a:lstStyle>
            <a:lvl1pPr marL="228600" indent="0">
              <a:spcBef>
                <a:spcPts val="200"/>
              </a:spcBef>
              <a:buClrTx/>
              <a:buSzTx/>
              <a:buFontTx/>
              <a:buNone/>
              <a:defRPr sz="1500"/>
            </a:lvl1pPr>
            <a:lvl2pPr marL="228600" indent="457200">
              <a:spcBef>
                <a:spcPts val="200"/>
              </a:spcBef>
              <a:buClrTx/>
              <a:buSzTx/>
              <a:buFontTx/>
              <a:buNone/>
              <a:defRPr sz="1500"/>
            </a:lvl2pPr>
            <a:lvl3pPr marL="228600" indent="914400">
              <a:spcBef>
                <a:spcPts val="200"/>
              </a:spcBef>
              <a:buClrTx/>
              <a:buSzTx/>
              <a:buFontTx/>
              <a:buNone/>
              <a:defRPr sz="1500"/>
            </a:lvl3pPr>
            <a:lvl4pPr marL="228600" indent="1371600">
              <a:spcBef>
                <a:spcPts val="200"/>
              </a:spcBef>
              <a:buClrTx/>
              <a:buSzTx/>
              <a:buFontTx/>
              <a:buNone/>
              <a:defRPr sz="1500"/>
            </a:lvl4pPr>
            <a:lvl5pPr marL="228600" indent="1828800">
              <a:spcBef>
                <a:spcPts val="200"/>
              </a:spcBef>
              <a:buClrTx/>
              <a:buSzTx/>
              <a:buFontTx/>
              <a:buNone/>
              <a:defRPr sz="1500"/>
            </a:lvl5pPr>
          </a:lstStyle>
          <a:p>
            <a:pPr/>
            <a:r>
              <a:t>Body Level One</a:t>
            </a:r>
          </a:p>
          <a:p>
            <a:pPr lvl="1"/>
            <a:r>
              <a:t>Body Level Two</a:t>
            </a:r>
          </a:p>
          <a:p>
            <a:pPr lvl="2"/>
            <a:r>
              <a:t>Body Level Three</a:t>
            </a:r>
          </a:p>
          <a:p>
            <a:pPr lvl="3"/>
            <a:r>
              <a:t>Body Level Four</a:t>
            </a:r>
          </a:p>
          <a:p>
            <a:pPr lvl="4"/>
            <a:r>
              <a:t>Body Level Five</a:t>
            </a:r>
          </a:p>
        </p:txBody>
      </p:sp>
      <p:sp>
        <p:nvSpPr>
          <p:cNvPr id="10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EXT">
    <p:spTree>
      <p:nvGrpSpPr>
        <p:cNvPr id="1" name=""/>
        <p:cNvGrpSpPr/>
        <p:nvPr/>
      </p:nvGrpSpPr>
      <p:grpSpPr>
        <a:xfrm>
          <a:off x="0" y="0"/>
          <a:ext cx="0" cy="0"/>
          <a:chOff x="0" y="0"/>
          <a:chExt cx="0" cy="0"/>
        </a:xfrm>
      </p:grpSpPr>
      <p:sp>
        <p:nvSpPr>
          <p:cNvPr id="114"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115"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116" name="Title Text"/>
          <p:cNvSpPr txBox="1"/>
          <p:nvPr>
            <p:ph type="title"/>
          </p:nvPr>
        </p:nvSpPr>
        <p:spPr>
          <a:prstGeom prst="rect">
            <a:avLst/>
          </a:prstGeom>
        </p:spPr>
        <p:txBody>
          <a:bodyPr/>
          <a:lstStyle>
            <a:lvl1pPr>
              <a:defRPr>
                <a:solidFill>
                  <a:srgbClr val="FF0000"/>
                </a:solidFill>
              </a:defRPr>
            </a:lvl1pPr>
          </a:lstStyle>
          <a:p>
            <a:pPr/>
            <a:r>
              <a:t>Title Text</a:t>
            </a:r>
          </a:p>
        </p:txBody>
      </p:sp>
      <p:sp>
        <p:nvSpPr>
          <p:cNvPr id="117" name="Body Level One…"/>
          <p:cNvSpPr txBox="1"/>
          <p:nvPr>
            <p:ph type="body" idx="1"/>
          </p:nvPr>
        </p:nvSpPr>
        <p:spPr>
          <a:xfrm rot="5400000">
            <a:off x="3670300" y="-1714500"/>
            <a:ext cx="4953000" cy="10668001"/>
          </a:xfrm>
          <a:prstGeom prst="rect">
            <a:avLst/>
          </a:prstGeom>
        </p:spPr>
        <p:txBody>
          <a:bodyPr/>
          <a:lstStyle>
            <a:lvl1pPr indent="-342900">
              <a:spcBef>
                <a:spcPts val="300"/>
              </a:spcBef>
            </a:lvl1pPr>
            <a:lvl2pPr marL="982980" indent="-411480">
              <a:spcBef>
                <a:spcPts val="300"/>
              </a:spcBef>
            </a:lvl2pPr>
            <a:lvl3pPr>
              <a:spcBef>
                <a:spcPts val="300"/>
              </a:spcBef>
            </a:lvl3pPr>
            <a:lvl4pPr marL="2000250" indent="-514350">
              <a:spcBef>
                <a:spcPts val="300"/>
              </a:spcBef>
            </a:lvl4pPr>
            <a:lvl5pPr marL="2457450" indent="-514350">
              <a:spcBef>
                <a:spcPts val="300"/>
              </a:spcBef>
            </a:lvl5pPr>
          </a:lstStyle>
          <a:p>
            <a:pPr/>
            <a:r>
              <a:t>Body Level One</a:t>
            </a:r>
          </a:p>
          <a:p>
            <a:pPr lvl="1"/>
            <a:r>
              <a:t>Body Level Two</a:t>
            </a:r>
          </a:p>
          <a:p>
            <a:pPr lvl="2"/>
            <a:r>
              <a:t>Body Level Three</a:t>
            </a:r>
          </a:p>
          <a:p>
            <a:pPr lvl="3"/>
            <a:r>
              <a:t>Body Level Four</a:t>
            </a:r>
          </a:p>
          <a:p>
            <a:pPr lvl="4"/>
            <a:r>
              <a:t>Body Level Five</a:t>
            </a:r>
          </a:p>
        </p:txBody>
      </p:sp>
      <p:sp>
        <p:nvSpPr>
          <p:cNvPr id="1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ITLE_AND_VERTICAL_TEXT">
    <p:spTree>
      <p:nvGrpSpPr>
        <p:cNvPr id="1" name=""/>
        <p:cNvGrpSpPr/>
        <p:nvPr/>
      </p:nvGrpSpPr>
      <p:grpSpPr>
        <a:xfrm>
          <a:off x="0" y="0"/>
          <a:ext cx="0" cy="0"/>
          <a:chOff x="0" y="0"/>
          <a:chExt cx="0" cy="0"/>
        </a:xfrm>
      </p:grpSpPr>
      <p:sp>
        <p:nvSpPr>
          <p:cNvPr id="125"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126"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127" name="Title Text"/>
          <p:cNvSpPr txBox="1"/>
          <p:nvPr>
            <p:ph type="title"/>
          </p:nvPr>
        </p:nvSpPr>
        <p:spPr>
          <a:xfrm rot="5400000">
            <a:off x="7285049" y="1828791"/>
            <a:ext cx="5851501" cy="2743201"/>
          </a:xfrm>
          <a:prstGeom prst="rect">
            <a:avLst/>
          </a:prstGeom>
        </p:spPr>
        <p:txBody>
          <a:bodyPr/>
          <a:lstStyle>
            <a:lvl1pPr>
              <a:defRPr>
                <a:solidFill>
                  <a:srgbClr val="FF0000"/>
                </a:solidFill>
              </a:defRPr>
            </a:lvl1pPr>
          </a:lstStyle>
          <a:p>
            <a:pPr/>
            <a:r>
              <a:t>Title Text</a:t>
            </a:r>
          </a:p>
        </p:txBody>
      </p:sp>
      <p:sp>
        <p:nvSpPr>
          <p:cNvPr id="128" name="Body Level One…"/>
          <p:cNvSpPr txBox="1"/>
          <p:nvPr>
            <p:ph type="body" idx="1"/>
          </p:nvPr>
        </p:nvSpPr>
        <p:spPr>
          <a:xfrm rot="5400000">
            <a:off x="1696999" y="-812860"/>
            <a:ext cx="5851501" cy="8026501"/>
          </a:xfrm>
          <a:prstGeom prst="rect">
            <a:avLst/>
          </a:prstGeom>
        </p:spPr>
        <p:txBody>
          <a:bodyPr/>
          <a:lstStyle>
            <a:lvl1pPr indent="-342900">
              <a:spcBef>
                <a:spcPts val="300"/>
              </a:spcBef>
            </a:lvl1pPr>
            <a:lvl2pPr marL="982980" indent="-411480">
              <a:spcBef>
                <a:spcPts val="300"/>
              </a:spcBef>
            </a:lvl2pPr>
            <a:lvl3pPr>
              <a:spcBef>
                <a:spcPts val="300"/>
              </a:spcBef>
            </a:lvl3pPr>
            <a:lvl4pPr marL="2000250" indent="-514350">
              <a:spcBef>
                <a:spcPts val="300"/>
              </a:spcBef>
            </a:lvl4pPr>
            <a:lvl5pPr marL="2457450" indent="-514350">
              <a:spcBef>
                <a:spcPts val="300"/>
              </a:spcBef>
            </a:lvl5pPr>
          </a:lstStyle>
          <a:p>
            <a:pPr/>
            <a:r>
              <a:t>Body Level One</a:t>
            </a:r>
          </a:p>
          <a:p>
            <a:pPr lvl="1"/>
            <a:r>
              <a:t>Body Level Two</a:t>
            </a:r>
          </a:p>
          <a:p>
            <a:pPr lvl="2"/>
            <a:r>
              <a:t>Body Level Three</a:t>
            </a:r>
          </a:p>
          <a:p>
            <a:pPr lvl="3"/>
            <a:r>
              <a:t>Body Level Four</a:t>
            </a:r>
          </a:p>
          <a:p>
            <a:pPr lvl="4"/>
            <a:r>
              <a:t>Body Level Five</a:t>
            </a:r>
          </a:p>
        </p:txBody>
      </p:sp>
      <p:sp>
        <p:nvSpPr>
          <p:cNvPr id="1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3"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4" name="Title Text"/>
          <p:cNvSpPr txBox="1"/>
          <p:nvPr>
            <p:ph type="title"/>
          </p:nvPr>
        </p:nvSpPr>
        <p:spPr>
          <a:xfrm>
            <a:off x="812800" y="274638"/>
            <a:ext cx="10668000" cy="4875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5" name="Body Level One…"/>
          <p:cNvSpPr txBox="1"/>
          <p:nvPr>
            <p:ph type="body" idx="1"/>
          </p:nvPr>
        </p:nvSpPr>
        <p:spPr>
          <a:xfrm>
            <a:off x="812800" y="1143000"/>
            <a:ext cx="10668000" cy="4953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6" name="Slide Number"/>
          <p:cNvSpPr txBox="1"/>
          <p:nvPr>
            <p:ph type="sldNum" sz="quarter" idx="2"/>
          </p:nvPr>
        </p:nvSpPr>
        <p:spPr>
          <a:xfrm>
            <a:off x="11284625" y="6397953"/>
            <a:ext cx="297875" cy="281901"/>
          </a:xfrm>
          <a:prstGeom prst="rect">
            <a:avLst/>
          </a:prstGeom>
          <a:ln w="12700">
            <a:miter lim="400000"/>
          </a:ln>
        </p:spPr>
        <p:txBody>
          <a:bodyPr wrap="none" lIns="45699" tIns="45699" rIns="45699" bIns="45699" anchor="ctr">
            <a:spAutoFit/>
          </a:bodyPr>
          <a:lstStyle>
            <a:lvl1pPr algn="r">
              <a:defRPr sz="1200">
                <a:solidFill>
                  <a:srgbClr val="888888"/>
                </a:solidFill>
                <a:latin typeface="Verdana"/>
                <a:ea typeface="Verdana"/>
                <a:cs typeface="Verdana"/>
                <a:sym typeface="Verdan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1pPr>
      <a:lvl2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2pPr>
      <a:lvl3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3pPr>
      <a:lvl4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4pPr>
      <a:lvl5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5pPr>
      <a:lvl6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6pPr>
      <a:lvl7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7pPr>
      <a:lvl8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8pPr>
      <a:lvl9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9pPr>
    </p:titleStyle>
    <p:bodyStyle>
      <a:lvl1pPr marL="457200" marR="0" indent="-3810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1pPr>
      <a:lvl2pPr marL="985519" marR="0" indent="-42671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2pPr>
      <a:lvl3pPr marL="1485900" marR="0" indent="-4572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3pPr>
      <a:lvl4pPr marL="1993900" marR="0" indent="-4953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4pPr>
      <a:lvl5pPr marL="2451100" marR="0" indent="-4953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5pPr>
      <a:lvl6pPr marL="28117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6pPr>
      <a:lvl7pPr marL="32689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7pPr>
      <a:lvl8pPr marL="37261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8pPr>
      <a:lvl9pPr marL="41833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oi.org/10.1111/pde.14571" TargetMode="External"/><Relationship Id="rId3" Type="http://schemas.openxmlformats.org/officeDocument/2006/relationships/hyperlink" Target="https://doi.org/10.1111/pde.13898" TargetMode="Externa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Google Shape;87;p13"/>
          <p:cNvSpPr txBox="1"/>
          <p:nvPr>
            <p:ph type="ctrTitle"/>
          </p:nvPr>
        </p:nvSpPr>
        <p:spPr>
          <a:xfrm>
            <a:off x="790468" y="1069101"/>
            <a:ext cx="10363201" cy="962899"/>
          </a:xfrm>
          <a:prstGeom prst="rect">
            <a:avLst/>
          </a:prstGeom>
        </p:spPr>
        <p:txBody>
          <a:bodyPr/>
          <a:lstStyle>
            <a:lvl1pPr algn="ctr">
              <a:defRPr>
                <a:solidFill>
                  <a:srgbClr val="000000"/>
                </a:solidFill>
                <a:latin typeface="Cambria"/>
                <a:ea typeface="Cambria"/>
                <a:cs typeface="Cambria"/>
                <a:sym typeface="Cambria"/>
              </a:defRPr>
            </a:lvl1pPr>
          </a:lstStyle>
          <a:p>
            <a:pPr/>
            <a:r>
              <a:t>Paedriatric Teledermatology</a:t>
            </a:r>
          </a:p>
        </p:txBody>
      </p:sp>
      <p:sp>
        <p:nvSpPr>
          <p:cNvPr id="139" name="Google Shape;88;p13"/>
          <p:cNvSpPr txBox="1"/>
          <p:nvPr>
            <p:ph type="subTitle" sz="quarter" idx="1"/>
          </p:nvPr>
        </p:nvSpPr>
        <p:spPr>
          <a:xfrm>
            <a:off x="790469" y="2100770"/>
            <a:ext cx="3970500" cy="552301"/>
          </a:xfrm>
          <a:prstGeom prst="rect">
            <a:avLst/>
          </a:prstGeom>
        </p:spPr>
        <p:txBody>
          <a:bodyPr/>
          <a:lstStyle>
            <a:lvl1pPr marL="0" indent="0" algn="l">
              <a:spcBef>
                <a:spcPts val="0"/>
              </a:spcBef>
              <a:defRPr>
                <a:latin typeface="Cambria"/>
                <a:ea typeface="Cambria"/>
                <a:cs typeface="Cambria"/>
                <a:sym typeface="Cambria"/>
              </a:defRPr>
            </a:lvl1pPr>
          </a:lstStyle>
          <a:p>
            <a:pPr/>
            <a:r>
              <a:t>Batch Number:</a:t>
            </a:r>
          </a:p>
        </p:txBody>
      </p:sp>
      <p:graphicFrame>
        <p:nvGraphicFramePr>
          <p:cNvPr id="140" name="Google Shape;89;p13"/>
          <p:cNvGraphicFramePr/>
          <p:nvPr/>
        </p:nvGraphicFramePr>
        <p:xfrm>
          <a:off x="553346" y="2721840"/>
          <a:ext cx="5418676" cy="1837459"/>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2085000"/>
                <a:gridCol w="3333674"/>
              </a:tblGrid>
              <a:tr h="306243">
                <a:tc>
                  <a:txBody>
                    <a:bodyPr/>
                    <a:lstStyle/>
                    <a:p>
                      <a:pPr lvl="1" algn="ctr">
                        <a:defRPr b="1" sz="1800">
                          <a:solidFill>
                            <a:srgbClr val="17365D"/>
                          </a:solidFill>
                          <a:sym typeface="Arial"/>
                        </a:defRPr>
                      </a:pPr>
                      <a:r>
                        <a:t>Roll Number</a:t>
                      </a:r>
                    </a:p>
                  </a:txBody>
                  <a:tcPr marL="45725" marR="45725" marT="45725" marB="45725" anchor="ctr" anchorCtr="0" horzOverflow="overflow"/>
                </a:tc>
                <a:tc>
                  <a:txBody>
                    <a:bodyPr/>
                    <a:lstStyle/>
                    <a:p>
                      <a:pPr algn="ctr">
                        <a:defRPr sz="1800"/>
                      </a:pPr>
                      <a:r>
                        <a:rPr b="1">
                          <a:solidFill>
                            <a:srgbClr val="17365D"/>
                          </a:solidFill>
                          <a:sym typeface="Arial"/>
                        </a:rPr>
                        <a:t>Student Name</a:t>
                      </a:r>
                    </a:p>
                  </a:txBody>
                  <a:tcPr marL="45725" marR="45725" marT="45725" marB="45725" anchor="ctr" anchorCtr="0" horzOverflow="overflow"/>
                </a:tc>
              </a:tr>
              <a:tr h="306243">
                <a:tc>
                  <a:txBody>
                    <a:bodyPr/>
                    <a:lstStyle/>
                    <a:p>
                      <a:pPr algn="l">
                        <a:defRPr sz="1800"/>
                      </a:pPr>
                      <a:r>
                        <a:rPr sz="1400">
                          <a:sym typeface="Arial"/>
                        </a:rPr>
                        <a:t>20211CSE0823</a:t>
                      </a:r>
                    </a:p>
                  </a:txBody>
                  <a:tcPr marL="45725" marR="45725" marT="45725" marB="45725" anchor="ctr" anchorCtr="0" horzOverflow="overflow"/>
                </a:tc>
                <a:tc>
                  <a:txBody>
                    <a:bodyPr/>
                    <a:lstStyle/>
                    <a:p>
                      <a:pPr algn="l">
                        <a:defRPr sz="1800"/>
                      </a:pPr>
                      <a:r>
                        <a:rPr sz="1400">
                          <a:sym typeface="Arial"/>
                        </a:rPr>
                        <a:t>MD Haseebuddin</a:t>
                      </a:r>
                    </a:p>
                  </a:txBody>
                  <a:tcPr marL="45725" marR="45725" marT="45725" marB="45725" anchor="ctr" anchorCtr="0" horzOverflow="overflow"/>
                </a:tc>
              </a:tr>
              <a:tr h="306243">
                <a:tc>
                  <a:txBody>
                    <a:bodyPr/>
                    <a:lstStyle/>
                    <a:p>
                      <a:pPr algn="l">
                        <a:defRPr sz="1800"/>
                      </a:pPr>
                      <a:r>
                        <a:rPr sz="1400">
                          <a:sym typeface="Arial"/>
                        </a:rPr>
                        <a:t>20211CSE0808</a:t>
                      </a:r>
                    </a:p>
                  </a:txBody>
                  <a:tcPr marL="45725" marR="45725" marT="45725" marB="45725" anchor="ctr" anchorCtr="0" horzOverflow="overflow"/>
                </a:tc>
                <a:tc>
                  <a:txBody>
                    <a:bodyPr/>
                    <a:lstStyle/>
                    <a:p>
                      <a:pPr algn="l">
                        <a:defRPr sz="1800"/>
                      </a:pPr>
                      <a:r>
                        <a:rPr sz="1400">
                          <a:sym typeface="Arial"/>
                        </a:rPr>
                        <a:t>Shaik Ahmed</a:t>
                      </a:r>
                    </a:p>
                  </a:txBody>
                  <a:tcPr marL="45725" marR="45725" marT="45725" marB="45725" anchor="ctr" anchorCtr="0" horzOverflow="overflow"/>
                </a:tc>
              </a:tr>
              <a:tr h="306243">
                <a:tc>
                  <a:txBody>
                    <a:bodyPr/>
                    <a:lstStyle/>
                    <a:p>
                      <a:pPr algn="l">
                        <a:defRPr sz="1800"/>
                      </a:pPr>
                      <a:r>
                        <a:rPr sz="1400">
                          <a:sym typeface="Arial"/>
                        </a:rPr>
                        <a:t>20211CSE0559</a:t>
                      </a:r>
                    </a:p>
                  </a:txBody>
                  <a:tcPr marL="45725" marR="45725" marT="45725" marB="45725" anchor="ctr" anchorCtr="0" horzOverflow="overflow"/>
                </a:tc>
                <a:tc>
                  <a:txBody>
                    <a:bodyPr/>
                    <a:lstStyle/>
                    <a:p>
                      <a:pPr algn="l">
                        <a:defRPr sz="1800"/>
                      </a:pPr>
                      <a:r>
                        <a:rPr sz="1400">
                          <a:sym typeface="Arial"/>
                        </a:rPr>
                        <a:t>Mohammed Noaman Ahmed</a:t>
                      </a:r>
                    </a:p>
                  </a:txBody>
                  <a:tcPr marL="45725" marR="45725" marT="45725" marB="45725" anchor="ctr" anchorCtr="0" horzOverflow="overflow"/>
                </a:tc>
              </a:tr>
              <a:tr h="306243">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r h="306243">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bl>
          </a:graphicData>
        </a:graphic>
      </p:graphicFrame>
      <p:sp>
        <p:nvSpPr>
          <p:cNvPr id="141" name="Google Shape;90;p13"/>
          <p:cNvSpPr txBox="1"/>
          <p:nvPr/>
        </p:nvSpPr>
        <p:spPr>
          <a:xfrm>
            <a:off x="6525920" y="2513339"/>
            <a:ext cx="5422851" cy="202056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lgn="ctr" defTabSz="813816">
              <a:defRPr b="1" sz="1779">
                <a:solidFill>
                  <a:srgbClr val="17365D"/>
                </a:solidFill>
                <a:latin typeface="Cambria"/>
                <a:ea typeface="Cambria"/>
                <a:cs typeface="Cambria"/>
                <a:sym typeface="Cambria"/>
              </a:defRPr>
            </a:pPr>
            <a:r>
              <a:t>Under the Supervision of,</a:t>
            </a:r>
          </a:p>
          <a:p>
            <a:pPr algn="ctr" defTabSz="813816">
              <a:spcBef>
                <a:spcPts val="300"/>
              </a:spcBef>
              <a:defRPr b="1" sz="1779">
                <a:solidFill>
                  <a:srgbClr val="17365D"/>
                </a:solidFill>
                <a:latin typeface="Cambria"/>
                <a:ea typeface="Cambria"/>
                <a:cs typeface="Cambria"/>
                <a:sym typeface="Cambria"/>
              </a:defRPr>
            </a:pPr>
          </a:p>
          <a:p>
            <a:pPr defTabSz="813816">
              <a:spcBef>
                <a:spcPts val="200"/>
              </a:spcBef>
              <a:defRPr b="1" sz="1513">
                <a:solidFill>
                  <a:srgbClr val="17365D"/>
                </a:solidFill>
                <a:latin typeface="Cambria"/>
                <a:ea typeface="Cambria"/>
                <a:cs typeface="Cambria"/>
                <a:sym typeface="Cambria"/>
              </a:defRPr>
            </a:pPr>
            <a:r>
              <a:t>Ms. Akkamahadevi</a:t>
            </a:r>
          </a:p>
          <a:p>
            <a:pPr defTabSz="813816">
              <a:spcBef>
                <a:spcPts val="200"/>
              </a:spcBef>
              <a:defRPr b="1" sz="1513">
                <a:solidFill>
                  <a:srgbClr val="17365D"/>
                </a:solidFill>
                <a:latin typeface="Cambria"/>
                <a:ea typeface="Cambria"/>
                <a:cs typeface="Cambria"/>
                <a:sym typeface="Cambria"/>
              </a:defRPr>
            </a:pPr>
            <a:r>
              <a:t>Professor / Associate Professor / Assistant Professor</a:t>
            </a:r>
          </a:p>
          <a:p>
            <a:pPr defTabSz="813816">
              <a:spcBef>
                <a:spcPts val="200"/>
              </a:spcBef>
              <a:defRPr b="1" sz="1513">
                <a:solidFill>
                  <a:srgbClr val="17365D"/>
                </a:solidFill>
                <a:latin typeface="Cambria"/>
                <a:ea typeface="Cambria"/>
                <a:cs typeface="Cambria"/>
                <a:sym typeface="Cambria"/>
              </a:defRPr>
            </a:pPr>
            <a:r>
              <a:t>School of Computer Science and Engineering</a:t>
            </a:r>
          </a:p>
          <a:p>
            <a:pPr defTabSz="813816">
              <a:spcBef>
                <a:spcPts val="200"/>
              </a:spcBef>
              <a:defRPr b="1" sz="1513">
                <a:solidFill>
                  <a:srgbClr val="17365D"/>
                </a:solidFill>
                <a:latin typeface="Cambria"/>
                <a:ea typeface="Cambria"/>
                <a:cs typeface="Cambria"/>
                <a:sym typeface="Cambria"/>
              </a:defRPr>
            </a:pPr>
            <a:r>
              <a:t>Presidency University</a:t>
            </a:r>
          </a:p>
        </p:txBody>
      </p:sp>
      <p:sp>
        <p:nvSpPr>
          <p:cNvPr id="142" name="Google Shape;91;p13"/>
          <p:cNvSpPr txBox="1"/>
          <p:nvPr/>
        </p:nvSpPr>
        <p:spPr>
          <a:xfrm>
            <a:off x="4032497" y="334089"/>
            <a:ext cx="3879051" cy="5523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lgn="ctr" defTabSz="841247">
              <a:lnSpc>
                <a:spcPct val="80000"/>
              </a:lnSpc>
              <a:defRPr b="1" sz="1564">
                <a:solidFill>
                  <a:srgbClr val="17365D"/>
                </a:solidFill>
                <a:latin typeface="Cambria"/>
                <a:ea typeface="Cambria"/>
                <a:cs typeface="Cambria"/>
                <a:sym typeface="Cambria"/>
              </a:defRPr>
            </a:pPr>
            <a:r>
              <a:t>PIP2001 Capstone Project</a:t>
            </a:r>
            <a:endParaRPr sz="1012"/>
          </a:p>
          <a:p>
            <a:pPr algn="ctr" defTabSz="841247">
              <a:lnSpc>
                <a:spcPct val="80000"/>
              </a:lnSpc>
              <a:spcBef>
                <a:spcPts val="200"/>
              </a:spcBef>
              <a:defRPr b="1" sz="1564">
                <a:solidFill>
                  <a:srgbClr val="17365D"/>
                </a:solidFill>
                <a:latin typeface="Cambria"/>
                <a:ea typeface="Cambria"/>
                <a:cs typeface="Cambria"/>
                <a:sym typeface="Cambria"/>
              </a:defRPr>
            </a:pPr>
            <a:r>
              <a:t>Review-0</a:t>
            </a:r>
          </a:p>
        </p:txBody>
      </p:sp>
      <p:sp>
        <p:nvSpPr>
          <p:cNvPr id="143" name="Google Shape;91;p13"/>
          <p:cNvSpPr txBox="1"/>
          <p:nvPr/>
        </p:nvSpPr>
        <p:spPr>
          <a:xfrm>
            <a:off x="45724" y="4533900"/>
            <a:ext cx="12158467" cy="1259800"/>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b="1" sz="2000">
                <a:solidFill>
                  <a:schemeClr val="accent1"/>
                </a:solidFill>
                <a:latin typeface="Cambria"/>
                <a:ea typeface="Cambria"/>
                <a:cs typeface="Cambria"/>
                <a:sym typeface="Cambria"/>
              </a:defRPr>
            </a:pPr>
            <a:r>
              <a:t>Name of the Program: </a:t>
            </a:r>
            <a:r>
              <a:rPr>
                <a:solidFill>
                  <a:srgbClr val="000000"/>
                </a:solidFill>
              </a:rPr>
              <a:t>CSE</a:t>
            </a:r>
          </a:p>
          <a:p>
            <a:pPr>
              <a:defRPr b="1" sz="2000">
                <a:solidFill>
                  <a:schemeClr val="accent1"/>
                </a:solidFill>
                <a:latin typeface="Cambria"/>
                <a:ea typeface="Cambria"/>
                <a:cs typeface="Cambria"/>
                <a:sym typeface="Cambria"/>
              </a:defRPr>
            </a:pPr>
            <a:r>
              <a:t>Name of the HoD: </a:t>
            </a:r>
            <a:r>
              <a:rPr>
                <a:solidFill>
                  <a:srgbClr val="000000"/>
                </a:solidFill>
              </a:rPr>
              <a:t>Dr. Blessed Prince P/Dr. Robin Rohit/Dr.Asif Mohammed H.B</a:t>
            </a:r>
          </a:p>
          <a:p>
            <a:pPr>
              <a:defRPr b="1" sz="2000">
                <a:solidFill>
                  <a:schemeClr val="accent1"/>
                </a:solidFill>
                <a:latin typeface="Cambria"/>
                <a:ea typeface="Cambria"/>
                <a:cs typeface="Cambria"/>
                <a:sym typeface="Cambria"/>
              </a:defRPr>
            </a:pPr>
            <a:r>
              <a:t>Name of the Program Project Coordinator: </a:t>
            </a:r>
            <a:r>
              <a:rPr>
                <a:solidFill>
                  <a:srgbClr val="000000"/>
                </a:solidFill>
              </a:rPr>
              <a:t>Mr. Amarnath J.L &amp; Dr. Jayanthi. K.</a:t>
            </a:r>
          </a:p>
          <a:p>
            <a:pPr>
              <a:defRPr b="1" sz="2000">
                <a:solidFill>
                  <a:schemeClr val="accent1"/>
                </a:solidFill>
                <a:latin typeface="Cambria"/>
                <a:ea typeface="Cambria"/>
                <a:cs typeface="Cambria"/>
                <a:sym typeface="Cambria"/>
              </a:defRPr>
            </a:pPr>
            <a:r>
              <a:t>Name of the School Project Coordinators: </a:t>
            </a:r>
            <a:r>
              <a:rPr>
                <a:solidFill>
                  <a:srgbClr val="000000"/>
                </a:solidFill>
              </a:rPr>
              <a:t>Dr. Sampath A K / Dr. Abdul Khadar A / Mr. Md Ziaur Rahman</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Google Shape;96;p14"/>
          <p:cNvSpPr txBox="1"/>
          <p:nvPr>
            <p:ph type="title"/>
          </p:nvPr>
        </p:nvSpPr>
        <p:spPr>
          <a:xfrm>
            <a:off x="812800" y="274638"/>
            <a:ext cx="10668000" cy="487501"/>
          </a:xfrm>
          <a:prstGeom prst="rect">
            <a:avLst/>
          </a:prstGeom>
        </p:spPr>
        <p:txBody>
          <a:bodyPr/>
          <a:lstStyle>
            <a:lvl1pPr defTabSz="868680">
              <a:defRPr sz="2660">
                <a:latin typeface="Cambria"/>
                <a:ea typeface="Cambria"/>
                <a:cs typeface="Cambria"/>
                <a:sym typeface="Cambria"/>
              </a:defRPr>
            </a:lvl1pPr>
          </a:lstStyle>
          <a:p>
            <a:pPr/>
            <a:r>
              <a:t>Content</a:t>
            </a:r>
          </a:p>
        </p:txBody>
      </p:sp>
      <p:sp>
        <p:nvSpPr>
          <p:cNvPr id="146" name="Google Shape;97;p14"/>
          <p:cNvSpPr txBox="1"/>
          <p:nvPr>
            <p:ph type="body" idx="1"/>
          </p:nvPr>
        </p:nvSpPr>
        <p:spPr>
          <a:xfrm>
            <a:off x="812800" y="1143000"/>
            <a:ext cx="10668000" cy="3924299"/>
          </a:xfrm>
          <a:prstGeom prst="rect">
            <a:avLst/>
          </a:prstGeom>
        </p:spPr>
        <p:txBody>
          <a:bodyPr/>
          <a:lstStyle/>
          <a:p>
            <a:pPr marL="495300" indent="-342900" algn="just">
              <a:lnSpc>
                <a:spcPct val="200000"/>
              </a:lnSpc>
              <a:spcBef>
                <a:spcPts val="0"/>
              </a:spcBef>
              <a:buFontTx/>
              <a:buChar char="➢"/>
              <a:defRPr>
                <a:latin typeface="Cambria"/>
                <a:ea typeface="Cambria"/>
                <a:cs typeface="Cambria"/>
                <a:sym typeface="Cambria"/>
              </a:defRPr>
            </a:pPr>
            <a:r>
              <a:t>Problem Statement</a:t>
            </a:r>
          </a:p>
          <a:p>
            <a:pPr marL="495300" indent="-342900" algn="just">
              <a:lnSpc>
                <a:spcPct val="200000"/>
              </a:lnSpc>
              <a:spcBef>
                <a:spcPts val="0"/>
              </a:spcBef>
              <a:buFontTx/>
              <a:buChar char="➢"/>
              <a:defRPr>
                <a:latin typeface="Cambria"/>
                <a:ea typeface="Cambria"/>
                <a:cs typeface="Cambria"/>
                <a:sym typeface="Cambria"/>
              </a:defRPr>
            </a:pPr>
            <a:r>
              <a:t>Github Link</a:t>
            </a:r>
          </a:p>
          <a:p>
            <a:pPr marL="495300" indent="-342900" algn="just">
              <a:lnSpc>
                <a:spcPct val="200000"/>
              </a:lnSpc>
              <a:spcBef>
                <a:spcPts val="0"/>
              </a:spcBef>
              <a:buFontTx/>
              <a:buChar char="➢"/>
              <a:defRPr>
                <a:latin typeface="Cambria"/>
                <a:ea typeface="Cambria"/>
                <a:cs typeface="Cambria"/>
                <a:sym typeface="Cambria"/>
              </a:defRPr>
            </a:pPr>
            <a:r>
              <a:t>Analysis of Problem Statement</a:t>
            </a:r>
          </a:p>
          <a:p>
            <a:pPr marL="495300" indent="-342900" algn="just">
              <a:lnSpc>
                <a:spcPct val="200000"/>
              </a:lnSpc>
              <a:spcBef>
                <a:spcPts val="0"/>
              </a:spcBef>
              <a:buFontTx/>
              <a:buChar char="➢"/>
              <a:defRPr>
                <a:latin typeface="Cambria"/>
                <a:ea typeface="Cambria"/>
                <a:cs typeface="Cambria"/>
                <a:sym typeface="Cambria"/>
              </a:defRPr>
            </a:pPr>
            <a:r>
              <a:t>Timeline of the Project</a:t>
            </a:r>
          </a:p>
          <a:p>
            <a:pPr marL="495300" indent="-342900" algn="just">
              <a:lnSpc>
                <a:spcPct val="200000"/>
              </a:lnSpc>
              <a:spcBef>
                <a:spcPts val="0"/>
              </a:spcBef>
              <a:buFontTx/>
              <a:buChar char="➢"/>
              <a:defRPr>
                <a:latin typeface="Cambria"/>
                <a:ea typeface="Cambria"/>
                <a:cs typeface="Cambria"/>
                <a:sym typeface="Cambria"/>
              </a:defRPr>
            </a:pPr>
            <a:r>
              <a:t>References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 name="Google Shape;96;p14"/>
          <p:cNvSpPr txBox="1"/>
          <p:nvPr>
            <p:ph type="title"/>
          </p:nvPr>
        </p:nvSpPr>
        <p:spPr>
          <a:xfrm>
            <a:off x="812800" y="274638"/>
            <a:ext cx="10668000" cy="487501"/>
          </a:xfrm>
          <a:prstGeom prst="rect">
            <a:avLst/>
          </a:prstGeom>
        </p:spPr>
        <p:txBody>
          <a:bodyPr/>
          <a:lstStyle>
            <a:lvl1pPr defTabSz="868680">
              <a:defRPr sz="2660">
                <a:latin typeface="Cambria"/>
                <a:ea typeface="Cambria"/>
                <a:cs typeface="Cambria"/>
                <a:sym typeface="Cambria"/>
              </a:defRPr>
            </a:lvl1pPr>
          </a:lstStyle>
          <a:p>
            <a:pPr/>
            <a:r>
              <a:t>Problem Statement Number: </a:t>
            </a:r>
          </a:p>
        </p:txBody>
      </p:sp>
      <p:sp>
        <p:nvSpPr>
          <p:cNvPr id="149" name="Google Shape;97;p14"/>
          <p:cNvSpPr txBox="1"/>
          <p:nvPr>
            <p:ph type="body" idx="1"/>
          </p:nvPr>
        </p:nvSpPr>
        <p:spPr>
          <a:prstGeom prst="rect">
            <a:avLst/>
          </a:prstGeom>
        </p:spPr>
        <p:txBody>
          <a:bodyPr/>
          <a:lstStyle/>
          <a:p>
            <a:pPr marL="169544" indent="-33909" algn="just" defTabSz="813816">
              <a:spcBef>
                <a:spcPts val="0"/>
              </a:spcBef>
              <a:buSzTx/>
              <a:buNone/>
              <a:defRPr sz="2136">
                <a:latin typeface="Cambria"/>
                <a:ea typeface="Cambria"/>
                <a:cs typeface="Cambria"/>
                <a:sym typeface="Cambria"/>
              </a:defRPr>
            </a:pPr>
            <a:r>
              <a:t>Organization: IndiaNeoDesigns</a:t>
            </a:r>
          </a:p>
          <a:p>
            <a:pPr marL="169544" indent="-33909" algn="just" defTabSz="813816">
              <a:spcBef>
                <a:spcPts val="0"/>
              </a:spcBef>
              <a:buSzTx/>
              <a:buNone/>
              <a:defRPr sz="2136">
                <a:latin typeface="Cambria"/>
                <a:ea typeface="Cambria"/>
                <a:cs typeface="Cambria"/>
                <a:sym typeface="Cambria"/>
              </a:defRPr>
            </a:pPr>
          </a:p>
          <a:p>
            <a:pPr marL="169544" indent="-33909" algn="just" defTabSz="813816">
              <a:lnSpc>
                <a:spcPct val="200000"/>
              </a:lnSpc>
              <a:spcBef>
                <a:spcPts val="0"/>
              </a:spcBef>
              <a:buSzTx/>
              <a:buNone/>
              <a:defRPr sz="2136">
                <a:latin typeface="Cambria"/>
                <a:ea typeface="Cambria"/>
                <a:cs typeface="Cambria"/>
                <a:sym typeface="Cambria"/>
              </a:defRPr>
            </a:pPr>
            <a:r>
              <a:t>Category (Hardware / Software / Both) : Software</a:t>
            </a:r>
          </a:p>
          <a:p>
            <a:pPr marL="169544" indent="-33909" algn="just" defTabSz="813816">
              <a:lnSpc>
                <a:spcPct val="200000"/>
              </a:lnSpc>
              <a:spcBef>
                <a:spcPts val="0"/>
              </a:spcBef>
              <a:buSzTx/>
              <a:buNone/>
              <a:defRPr sz="2136">
                <a:latin typeface="Cambria"/>
                <a:ea typeface="Cambria"/>
                <a:cs typeface="Cambria"/>
                <a:sym typeface="Cambria"/>
              </a:defRPr>
            </a:pPr>
            <a:r>
              <a:t>Problem Description: Diagnosing neonatal and pediatric skin conditions does not require face-to-face communication and can be done remotely. There is a need for an App based system which receives images from a phone, allows the "physician" to 1) receive an image 2) tag the diagnosis, 3) automatically store the image for research use and 3) respond to the sender. There is no need to make an</a:t>
            </a:r>
          </a:p>
          <a:p>
            <a:pPr marL="169544" indent="-33909" algn="just" defTabSz="813816">
              <a:lnSpc>
                <a:spcPct val="200000"/>
              </a:lnSpc>
              <a:spcBef>
                <a:spcPts val="0"/>
              </a:spcBef>
              <a:buSzTx/>
              <a:buNone/>
              <a:defRPr sz="2136">
                <a:latin typeface="Cambria"/>
                <a:ea typeface="Cambria"/>
                <a:cs typeface="Cambria"/>
                <a:sym typeface="Cambria"/>
              </a:defRPr>
            </a:pPr>
            <a:r>
              <a:t>Difficulty Level: Simple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Google Shape;114;p17"/>
          <p:cNvSpPr txBox="1"/>
          <p:nvPr>
            <p:ph type="title"/>
          </p:nvPr>
        </p:nvSpPr>
        <p:spPr>
          <a:xfrm>
            <a:off x="812800" y="274638"/>
            <a:ext cx="10668000" cy="487501"/>
          </a:xfrm>
          <a:prstGeom prst="rect">
            <a:avLst/>
          </a:prstGeom>
        </p:spPr>
        <p:txBody>
          <a:bodyPr/>
          <a:lstStyle>
            <a:lvl1pPr indent="144779" defTabSz="868680">
              <a:lnSpc>
                <a:spcPct val="200000"/>
              </a:lnSpc>
              <a:defRPr sz="2660">
                <a:latin typeface="Cambria"/>
                <a:ea typeface="Cambria"/>
                <a:cs typeface="Cambria"/>
                <a:sym typeface="Cambria"/>
              </a:defRPr>
            </a:lvl1pPr>
          </a:lstStyle>
          <a:p>
            <a:pPr/>
            <a:r>
              <a:t>Github Link</a:t>
            </a:r>
          </a:p>
        </p:txBody>
      </p:sp>
      <p:sp>
        <p:nvSpPr>
          <p:cNvPr id="152" name="Google Shape;115;p17"/>
          <p:cNvSpPr txBox="1"/>
          <p:nvPr/>
        </p:nvSpPr>
        <p:spPr>
          <a:xfrm>
            <a:off x="807724" y="1378020"/>
            <a:ext cx="10576552" cy="41783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marL="190500" indent="-38100" algn="just">
              <a:defRPr sz="2400">
                <a:latin typeface="Cambria"/>
                <a:ea typeface="Cambria"/>
                <a:cs typeface="Cambria"/>
                <a:sym typeface="Cambria"/>
              </a:defRPr>
            </a:pPr>
            <a:r>
              <a:t>The Github link provided should have public access permission.</a:t>
            </a:r>
            <a:endParaRPr>
              <a:latin typeface="Verdana"/>
              <a:ea typeface="Verdana"/>
              <a:cs typeface="Verdana"/>
              <a:sym typeface="Verdana"/>
            </a:endParaRPr>
          </a:p>
          <a:p>
            <a:pPr marL="190500" indent="-38100" algn="just">
              <a:defRPr sz="2400">
                <a:latin typeface="Cambria"/>
                <a:ea typeface="Cambria"/>
                <a:cs typeface="Cambria"/>
                <a:sym typeface="Cambria"/>
              </a:defRPr>
            </a:pPr>
          </a:p>
          <a:p>
            <a:pPr marL="190500" indent="-38100" algn="just">
              <a:defRPr b="1" sz="2400">
                <a:solidFill>
                  <a:srgbClr val="953735"/>
                </a:solidFill>
                <a:latin typeface="Cambria"/>
                <a:ea typeface="Cambria"/>
                <a:cs typeface="Cambria"/>
                <a:sym typeface="Cambria"/>
              </a:defRPr>
            </a:pPr>
            <a:r>
              <a:t>Github Link: </a:t>
            </a:r>
            <a:endParaRPr>
              <a:latin typeface="Verdana"/>
              <a:ea typeface="Verdana"/>
              <a:cs typeface="Verdana"/>
              <a:sym typeface="Verdana"/>
            </a:endParaRPr>
          </a:p>
          <a:p>
            <a:pPr marL="190500" indent="-38100" algn="just">
              <a:defRPr sz="2400">
                <a:latin typeface="Cambria"/>
                <a:ea typeface="Cambria"/>
                <a:cs typeface="Cambria"/>
                <a:sym typeface="Cambria"/>
              </a:defRPr>
            </a:pPr>
          </a:p>
          <a:p>
            <a:pPr marL="190500" indent="-38100" algn="just">
              <a:lnSpc>
                <a:spcPct val="200000"/>
              </a:lnSpc>
              <a:defRPr sz="2400">
                <a:latin typeface="Cambria"/>
                <a:ea typeface="Cambria"/>
                <a:cs typeface="Cambria"/>
                <a:sym typeface="Cambria"/>
              </a:defRPr>
            </a:pPr>
          </a:p>
          <a:p>
            <a:pPr marL="190500" indent="-38100" algn="just">
              <a:lnSpc>
                <a:spcPct val="200000"/>
              </a:lnSpc>
              <a:defRPr sz="2400">
                <a:latin typeface="Cambria"/>
                <a:ea typeface="Cambria"/>
                <a:cs typeface="Cambria"/>
                <a:sym typeface="Cambria"/>
              </a:defRPr>
            </a:pP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Google Shape;114;p17"/>
          <p:cNvSpPr txBox="1"/>
          <p:nvPr>
            <p:ph type="title"/>
          </p:nvPr>
        </p:nvSpPr>
        <p:spPr>
          <a:xfrm>
            <a:off x="812800" y="274638"/>
            <a:ext cx="10668000" cy="487501"/>
          </a:xfrm>
          <a:prstGeom prst="rect">
            <a:avLst/>
          </a:prstGeom>
        </p:spPr>
        <p:txBody>
          <a:bodyPr/>
          <a:lstStyle>
            <a:lvl1pPr indent="144779" defTabSz="868680">
              <a:lnSpc>
                <a:spcPct val="200000"/>
              </a:lnSpc>
              <a:defRPr sz="2660">
                <a:latin typeface="Cambria"/>
                <a:ea typeface="Cambria"/>
                <a:cs typeface="Cambria"/>
                <a:sym typeface="Cambria"/>
              </a:defRPr>
            </a:lvl1pPr>
          </a:lstStyle>
          <a:p>
            <a:pPr/>
            <a:r>
              <a:t>Analysis of Problem Statement</a:t>
            </a:r>
          </a:p>
        </p:txBody>
      </p:sp>
      <p:sp>
        <p:nvSpPr>
          <p:cNvPr id="155" name="Google Shape;115;p17"/>
          <p:cNvSpPr txBox="1"/>
          <p:nvPr>
            <p:ph type="body" idx="1"/>
          </p:nvPr>
        </p:nvSpPr>
        <p:spPr>
          <a:xfrm>
            <a:off x="812800" y="1143000"/>
            <a:ext cx="10668000" cy="4953000"/>
          </a:xfrm>
          <a:prstGeom prst="rect">
            <a:avLst/>
          </a:prstGeom>
        </p:spPr>
        <p:txBody>
          <a:bodyPr/>
          <a:lstStyle/>
          <a:p>
            <a:pPr marL="190500" indent="-38100" algn="just">
              <a:spcBef>
                <a:spcPts val="0"/>
              </a:spcBef>
              <a:buSzTx/>
              <a:buNone/>
              <a:defRPr>
                <a:latin typeface="Cambria"/>
                <a:ea typeface="Cambria"/>
                <a:cs typeface="Cambria"/>
                <a:sym typeface="Cambria"/>
              </a:defRPr>
            </a:pPr>
            <a:r>
              <a:t>Technology Stack Components:</a:t>
            </a:r>
          </a:p>
          <a:p>
            <a:pPr marL="190500" indent="-38100" algn="just">
              <a:spcBef>
                <a:spcPts val="0"/>
              </a:spcBef>
              <a:buSzTx/>
              <a:buNone/>
              <a:defRPr>
                <a:latin typeface="Cambria"/>
                <a:ea typeface="Cambria"/>
                <a:cs typeface="Cambria"/>
                <a:sym typeface="Cambria"/>
              </a:defRPr>
            </a:pPr>
          </a:p>
          <a:p>
            <a:pPr lvl="1" marL="190500" indent="795019" algn="just">
              <a:spcBef>
                <a:spcPts val="0"/>
              </a:spcBef>
              <a:buSzTx/>
              <a:buNone/>
              <a:defRPr>
                <a:latin typeface="Cambria"/>
                <a:ea typeface="Cambria"/>
                <a:cs typeface="Cambria"/>
                <a:sym typeface="Cambria"/>
              </a:defRPr>
            </a:pPr>
            <a:r>
              <a:t>Mobile Application:</a:t>
            </a:r>
          </a:p>
          <a:p>
            <a:pPr lvl="2" marL="190500" indent="1295400" algn="just">
              <a:spcBef>
                <a:spcPts val="0"/>
              </a:spcBef>
              <a:buSzTx/>
              <a:buNone/>
              <a:defRPr>
                <a:latin typeface="Cambria"/>
                <a:ea typeface="Cambria"/>
                <a:cs typeface="Cambria"/>
                <a:sym typeface="Cambria"/>
              </a:defRPr>
            </a:pPr>
            <a:r>
              <a:t>Front-end: ReactNative</a:t>
            </a:r>
          </a:p>
          <a:p>
            <a:pPr lvl="2" marL="190500" indent="1295400" algn="just">
              <a:spcBef>
                <a:spcPts val="0"/>
              </a:spcBef>
              <a:buSzTx/>
              <a:buNone/>
              <a:defRPr>
                <a:latin typeface="Cambria"/>
                <a:ea typeface="Cambria"/>
                <a:cs typeface="Cambria"/>
                <a:sym typeface="Cambria"/>
              </a:defRPr>
            </a:pPr>
            <a:r>
              <a:t>Backend:JavaScript</a:t>
            </a:r>
          </a:p>
          <a:p>
            <a:pPr lvl="2" marL="190500" indent="1295400" algn="just">
              <a:spcBef>
                <a:spcPts val="0"/>
              </a:spcBef>
              <a:buSzTx/>
              <a:buNone/>
              <a:defRPr>
                <a:latin typeface="Cambria"/>
                <a:ea typeface="Cambria"/>
                <a:cs typeface="Cambria"/>
                <a:sym typeface="Cambria"/>
              </a:defRPr>
            </a:pPr>
            <a:r>
              <a:t>Database: MySql</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Google Shape;114;p17"/>
          <p:cNvSpPr txBox="1"/>
          <p:nvPr>
            <p:ph type="title"/>
          </p:nvPr>
        </p:nvSpPr>
        <p:spPr>
          <a:xfrm>
            <a:off x="812800" y="274638"/>
            <a:ext cx="10668000" cy="487501"/>
          </a:xfrm>
          <a:prstGeom prst="rect">
            <a:avLst/>
          </a:prstGeom>
        </p:spPr>
        <p:txBody>
          <a:bodyPr/>
          <a:lstStyle/>
          <a:p>
            <a:pPr indent="144779" defTabSz="868680">
              <a:lnSpc>
                <a:spcPct val="200000"/>
              </a:lnSpc>
              <a:defRPr sz="2660">
                <a:latin typeface="Cambria"/>
                <a:ea typeface="Cambria"/>
                <a:cs typeface="Cambria"/>
                <a:sym typeface="Cambria"/>
              </a:defRPr>
            </a:pPr>
            <a:r>
              <a:t>Analysis of Problem Statement </a:t>
            </a:r>
            <a:r>
              <a:rPr sz="1900"/>
              <a:t>(contd...)</a:t>
            </a:r>
          </a:p>
        </p:txBody>
      </p:sp>
      <p:sp>
        <p:nvSpPr>
          <p:cNvPr id="158" name="Google Shape;115;p17"/>
          <p:cNvSpPr txBox="1"/>
          <p:nvPr>
            <p:ph type="body" idx="1"/>
          </p:nvPr>
        </p:nvSpPr>
        <p:spPr>
          <a:xfrm>
            <a:off x="812800" y="1143000"/>
            <a:ext cx="10668000" cy="4953000"/>
          </a:xfrm>
          <a:prstGeom prst="rect">
            <a:avLst/>
          </a:prstGeom>
        </p:spPr>
        <p:txBody>
          <a:bodyPr/>
          <a:lstStyle/>
          <a:p>
            <a:pPr marL="190500" indent="-38100" algn="just">
              <a:lnSpc>
                <a:spcPct val="200000"/>
              </a:lnSpc>
              <a:spcBef>
                <a:spcPts val="0"/>
              </a:spcBef>
              <a:buSzTx/>
              <a:buNone/>
              <a:defRPr>
                <a:latin typeface="Cambria"/>
                <a:ea typeface="Cambria"/>
                <a:cs typeface="Cambria"/>
                <a:sym typeface="Cambria"/>
              </a:defRPr>
            </a:pPr>
            <a:r>
              <a:t>Software and Hardware Requirements: </a:t>
            </a:r>
          </a:p>
          <a:p>
            <a:pPr marL="190500" indent="-38100" algn="just">
              <a:lnSpc>
                <a:spcPct val="200000"/>
              </a:lnSpc>
              <a:spcBef>
                <a:spcPts val="0"/>
              </a:spcBef>
              <a:buSzTx/>
              <a:buNone/>
              <a:defRPr>
                <a:latin typeface="Cambria"/>
                <a:ea typeface="Cambria"/>
                <a:cs typeface="Cambria"/>
                <a:sym typeface="Cambria"/>
              </a:defRPr>
            </a:pPr>
            <a:r>
              <a:t>Hardware: Null</a:t>
            </a:r>
          </a:p>
          <a:p>
            <a:pPr marL="190500" indent="-38100" algn="just">
              <a:lnSpc>
                <a:spcPct val="200000"/>
              </a:lnSpc>
              <a:spcBef>
                <a:spcPts val="0"/>
              </a:spcBef>
              <a:buSzTx/>
              <a:buNone/>
              <a:defRPr>
                <a:latin typeface="Cambria"/>
                <a:ea typeface="Cambria"/>
                <a:cs typeface="Cambria"/>
                <a:sym typeface="Cambria"/>
              </a:defRPr>
            </a:pPr>
            <a:r>
              <a:t>Software: Visual Studio Code, MySql Workspace, Android/Apple Emulator.</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Google Shape;114;p17"/>
          <p:cNvSpPr txBox="1"/>
          <p:nvPr>
            <p:ph type="title"/>
          </p:nvPr>
        </p:nvSpPr>
        <p:spPr>
          <a:xfrm>
            <a:off x="812800" y="274638"/>
            <a:ext cx="10668000" cy="487501"/>
          </a:xfrm>
          <a:prstGeom prst="rect">
            <a:avLst/>
          </a:prstGeom>
        </p:spPr>
        <p:txBody>
          <a:bodyPr/>
          <a:lstStyle/>
          <a:p>
            <a:pPr indent="144779" defTabSz="868680">
              <a:lnSpc>
                <a:spcPct val="200000"/>
              </a:lnSpc>
              <a:defRPr sz="2660">
                <a:latin typeface="Cambria"/>
                <a:ea typeface="Cambria"/>
                <a:cs typeface="Cambria"/>
                <a:sym typeface="Cambria"/>
              </a:defRPr>
            </a:pPr>
            <a:r>
              <a:t>Analysis of Problem Statement </a:t>
            </a:r>
            <a:r>
              <a:rPr sz="1900"/>
              <a:t>(contd...)</a:t>
            </a:r>
          </a:p>
        </p:txBody>
      </p:sp>
      <p:sp>
        <p:nvSpPr>
          <p:cNvPr id="161" name="Google Shape;115;p17"/>
          <p:cNvSpPr txBox="1"/>
          <p:nvPr>
            <p:ph type="body" idx="1"/>
          </p:nvPr>
        </p:nvSpPr>
        <p:spPr>
          <a:xfrm>
            <a:off x="812800" y="1143000"/>
            <a:ext cx="10668000" cy="4953000"/>
          </a:xfrm>
          <a:prstGeom prst="rect">
            <a:avLst/>
          </a:prstGeom>
        </p:spPr>
        <p:txBody>
          <a:bodyPr/>
          <a:lstStyle/>
          <a:p>
            <a:pPr marL="369570" indent="-369570" algn="ctr" defTabSz="886968">
              <a:spcBef>
                <a:spcPts val="300"/>
              </a:spcBef>
              <a:buClrTx/>
              <a:buSzTx/>
              <a:buFontTx/>
              <a:buNone/>
              <a:defRPr b="1" sz="1940">
                <a:solidFill>
                  <a:srgbClr val="17365D"/>
                </a:solidFill>
              </a:defRPr>
            </a:pPr>
            <a:r>
              <a:t>The problem statement suggests creating an app-based system that facilitates remote diagnosis of neonatal and pediatric skin conditions through image sharing between patients and physicians.</a:t>
            </a:r>
          </a:p>
          <a:p>
            <a:pPr marL="221742" indent="-221742" defTabSz="886968">
              <a:spcBef>
                <a:spcPts val="100"/>
              </a:spcBef>
              <a:buClrTx/>
              <a:buSzTx/>
              <a:buFontTx/>
              <a:buNone/>
              <a:defRPr sz="1455"/>
            </a:pPr>
          </a:p>
          <a:p>
            <a:pPr marL="135508" indent="-135508" defTabSz="886968">
              <a:spcBef>
                <a:spcPts val="100"/>
              </a:spcBef>
              <a:buClrTx/>
              <a:buSzPct val="100000"/>
              <a:buFontTx/>
              <a:defRPr sz="1455"/>
            </a:pPr>
            <a:r>
              <a:t>The app enables caregivers (parents, guardians, etc.) to upload images of neonatal or pediatric skin conditions.</a:t>
            </a:r>
          </a:p>
          <a:p>
            <a:pPr marL="135508" indent="-135508" defTabSz="886968">
              <a:spcBef>
                <a:spcPts val="100"/>
              </a:spcBef>
              <a:buClrTx/>
              <a:buSzPct val="100000"/>
              <a:buFontTx/>
              <a:defRPr sz="1455"/>
            </a:pPr>
            <a:r>
              <a:t>The app should have a simple, user-friendly interface for parents/guardians to capture and upload images.</a:t>
            </a:r>
          </a:p>
          <a:p>
            <a:pPr marL="135508" indent="-135508" defTabSz="886968">
              <a:spcBef>
                <a:spcPts val="100"/>
              </a:spcBef>
              <a:buClrTx/>
              <a:buSzPct val="100000"/>
              <a:buFontTx/>
              <a:defRPr sz="1455"/>
            </a:pPr>
            <a:r>
              <a:t>Physicians should be able to view the images, make a diagnosis, and assign relevant tags or medical labels (such as eczema, diaper rash, etc.) for later research.</a:t>
            </a:r>
          </a:p>
          <a:p>
            <a:pPr marL="135508" indent="-135508" defTabSz="886968">
              <a:spcBef>
                <a:spcPts val="100"/>
              </a:spcBef>
              <a:buClrTx/>
              <a:buSzPct val="100000"/>
              <a:buFontTx/>
              <a:defRPr sz="1455"/>
            </a:pPr>
            <a:r>
              <a:t>There might be a need for a backend server to store and forward these images securely to the physician.</a:t>
            </a:r>
          </a:p>
          <a:p>
            <a:pPr marL="135508" indent="-135508" defTabSz="886968">
              <a:spcBef>
                <a:spcPts val="100"/>
              </a:spcBef>
              <a:buClrTx/>
              <a:buSzPct val="100000"/>
              <a:buFontTx/>
              <a:defRPr sz="1455"/>
            </a:pPr>
            <a:r>
              <a:t>Proper data security and privacy regulations (HIPAA, GDPR, etc.) need to be followed when storing these images and diagnoses, especially considering the sensitive nature of pediatric health data.</a:t>
            </a:r>
          </a:p>
          <a:p>
            <a:pPr marL="135508" indent="-135508" defTabSz="886968">
              <a:spcBef>
                <a:spcPts val="100"/>
              </a:spcBef>
              <a:buClrTx/>
              <a:buSzPct val="100000"/>
              <a:buFontTx/>
              <a:defRPr sz="1455"/>
            </a:pPr>
            <a:r>
              <a:t>After the diagnosis is made, the app should provide a mechanism for the physician to send feedback, treatment suggestions, or next steps back to the caregiver. A simple messaging system or notification feature can help achieve this.</a:t>
            </a:r>
          </a:p>
          <a:p>
            <a:pPr marL="135508" indent="-135508" defTabSz="886968">
              <a:spcBef>
                <a:spcPts val="100"/>
              </a:spcBef>
              <a:buClrTx/>
              <a:buSzPct val="100000"/>
              <a:buFontTx/>
              <a:defRPr sz="1455"/>
            </a:pPr>
            <a:r>
              <a:t>The app doesn’t need to use AI or machine learning to diagnose conditions; it solely facilitates remote communication and image sharing between the caregiver and physician. This simplifies the system’s requirements by focusing on human expertise rather than automation.</a:t>
            </a:r>
          </a:p>
          <a:p>
            <a:pPr marL="0" indent="0" defTabSz="443484">
              <a:spcBef>
                <a:spcPts val="0"/>
              </a:spcBef>
              <a:buClrTx/>
              <a:buSzTx/>
              <a:buFontTx/>
              <a:buNone/>
              <a:defRPr sz="1164">
                <a:latin typeface="Times Roman"/>
                <a:ea typeface="Times Roman"/>
                <a:cs typeface="Times Roman"/>
                <a:sym typeface="Times Roman"/>
              </a:defRPr>
            </a:pP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 name="Google Shape;114;p17"/>
          <p:cNvSpPr txBox="1"/>
          <p:nvPr>
            <p:ph type="title"/>
          </p:nvPr>
        </p:nvSpPr>
        <p:spPr>
          <a:xfrm>
            <a:off x="812800" y="274638"/>
            <a:ext cx="10668000" cy="487501"/>
          </a:xfrm>
          <a:prstGeom prst="rect">
            <a:avLst/>
          </a:prstGeom>
        </p:spPr>
        <p:txBody>
          <a:bodyPr/>
          <a:lstStyle>
            <a:lvl1pPr defTabSz="868680">
              <a:defRPr sz="2660">
                <a:latin typeface="Cambria"/>
                <a:ea typeface="Cambria"/>
                <a:cs typeface="Cambria"/>
                <a:sym typeface="Cambria"/>
              </a:defRPr>
            </a:lvl1pPr>
          </a:lstStyle>
          <a:p>
            <a:pPr/>
            <a:r>
              <a:t>Timeline of the Project (Gantt Chart)</a:t>
            </a:r>
          </a:p>
        </p:txBody>
      </p:sp>
      <p:sp>
        <p:nvSpPr>
          <p:cNvPr id="164" name="Google Shape;115;p17"/>
          <p:cNvSpPr txBox="1"/>
          <p:nvPr>
            <p:ph type="body" idx="1"/>
          </p:nvPr>
        </p:nvSpPr>
        <p:spPr>
          <a:xfrm>
            <a:off x="812800" y="1143000"/>
            <a:ext cx="10668000" cy="4953000"/>
          </a:xfrm>
          <a:prstGeom prst="rect">
            <a:avLst/>
          </a:prstGeom>
        </p:spPr>
        <p:txBody>
          <a:bodyPr/>
          <a:lstStyle/>
          <a:p>
            <a:pPr marL="186690" indent="-37338" algn="just" defTabSz="896111">
              <a:spcBef>
                <a:spcPts val="0"/>
              </a:spcBef>
              <a:buSzTx/>
              <a:buNone/>
              <a:defRPr sz="2352">
                <a:latin typeface="Cambria"/>
                <a:ea typeface="Cambria"/>
                <a:cs typeface="Cambria"/>
                <a:sym typeface="Cambria"/>
              </a:defRPr>
            </a:pPr>
            <a:r>
              <a:rPr>
                <a:solidFill>
                  <a:schemeClr val="accent2"/>
                </a:solidFill>
              </a:rPr>
              <a:t>Planning and Research </a:t>
            </a:r>
            <a:r>
              <a:t>- 16th Sep - 22nd Sep</a:t>
            </a:r>
          </a:p>
          <a:p>
            <a:pPr marL="186690" indent="-37338" algn="just" defTabSz="896111">
              <a:spcBef>
                <a:spcPts val="0"/>
              </a:spcBef>
              <a:buSzTx/>
              <a:buNone/>
              <a:defRPr sz="2352">
                <a:latin typeface="Cambria"/>
                <a:ea typeface="Cambria"/>
                <a:cs typeface="Cambria"/>
                <a:sym typeface="Cambria"/>
              </a:defRPr>
            </a:pPr>
          </a:p>
          <a:p>
            <a:pPr marL="186690" indent="-37338" algn="just" defTabSz="896111">
              <a:spcBef>
                <a:spcPts val="0"/>
              </a:spcBef>
              <a:buSzTx/>
              <a:buNone/>
              <a:defRPr sz="2352">
                <a:latin typeface="Cambria"/>
                <a:ea typeface="Cambria"/>
                <a:cs typeface="Cambria"/>
                <a:sym typeface="Cambria"/>
              </a:defRPr>
            </a:pPr>
          </a:p>
          <a:p>
            <a:pPr lvl="1" marL="186690" indent="779119" algn="just" defTabSz="896111">
              <a:spcBef>
                <a:spcPts val="0"/>
              </a:spcBef>
              <a:buSzTx/>
              <a:buNone/>
              <a:defRPr sz="2352">
                <a:latin typeface="Cambria"/>
                <a:ea typeface="Cambria"/>
                <a:cs typeface="Cambria"/>
                <a:sym typeface="Cambria"/>
              </a:defRPr>
            </a:pPr>
            <a:r>
              <a:rPr>
                <a:solidFill>
                  <a:schemeClr val="accent2"/>
                </a:solidFill>
              </a:rPr>
              <a:t>Design</a:t>
            </a:r>
            <a:r>
              <a:t> - 23rd Sep - 30th Sep</a:t>
            </a:r>
          </a:p>
          <a:p>
            <a:pPr lvl="1" marL="186690" indent="779119" algn="just" defTabSz="896111">
              <a:spcBef>
                <a:spcPts val="0"/>
              </a:spcBef>
              <a:buSzTx/>
              <a:buNone/>
              <a:defRPr sz="2352">
                <a:latin typeface="Cambria"/>
                <a:ea typeface="Cambria"/>
                <a:cs typeface="Cambria"/>
                <a:sym typeface="Cambria"/>
              </a:defRPr>
            </a:pPr>
          </a:p>
          <a:p>
            <a:pPr lvl="1" marL="186690" indent="779119" algn="just" defTabSz="896111">
              <a:spcBef>
                <a:spcPts val="0"/>
              </a:spcBef>
              <a:buSzTx/>
              <a:buNone/>
              <a:defRPr sz="2352">
                <a:latin typeface="Cambria"/>
                <a:ea typeface="Cambria"/>
                <a:cs typeface="Cambria"/>
                <a:sym typeface="Cambria"/>
              </a:defRPr>
            </a:pPr>
            <a:r>
              <a:t> </a:t>
            </a:r>
          </a:p>
          <a:p>
            <a:pPr lvl="2" marL="186690" indent="1269491" algn="just" defTabSz="896111">
              <a:spcBef>
                <a:spcPts val="0"/>
              </a:spcBef>
              <a:buSzTx/>
              <a:buNone/>
              <a:defRPr sz="2352">
                <a:latin typeface="Cambria"/>
                <a:ea typeface="Cambria"/>
                <a:cs typeface="Cambria"/>
                <a:sym typeface="Cambria"/>
              </a:defRPr>
            </a:pPr>
            <a:r>
              <a:rPr>
                <a:solidFill>
                  <a:schemeClr val="accent2"/>
                </a:solidFill>
              </a:rPr>
              <a:t>Development</a:t>
            </a:r>
            <a:r>
              <a:t> - 1st Oct - 10th Nov</a:t>
            </a:r>
          </a:p>
          <a:p>
            <a:pPr lvl="2" marL="186690" indent="1269491" algn="just" defTabSz="896111">
              <a:spcBef>
                <a:spcPts val="0"/>
              </a:spcBef>
              <a:buSzTx/>
              <a:buNone/>
              <a:defRPr sz="2352">
                <a:latin typeface="Cambria"/>
                <a:ea typeface="Cambria"/>
                <a:cs typeface="Cambria"/>
                <a:sym typeface="Cambria"/>
              </a:defRPr>
            </a:pPr>
          </a:p>
          <a:p>
            <a:pPr lvl="2" marL="186690" indent="1269491" algn="just" defTabSz="896111">
              <a:spcBef>
                <a:spcPts val="0"/>
              </a:spcBef>
              <a:buSzTx/>
              <a:buNone/>
              <a:defRPr sz="2352">
                <a:latin typeface="Cambria"/>
                <a:ea typeface="Cambria"/>
                <a:cs typeface="Cambria"/>
                <a:sym typeface="Cambria"/>
              </a:defRPr>
            </a:pPr>
          </a:p>
          <a:p>
            <a:pPr lvl="3" marL="186690" indent="1767332" algn="just" defTabSz="896111">
              <a:spcBef>
                <a:spcPts val="0"/>
              </a:spcBef>
              <a:buSzTx/>
              <a:buNone/>
              <a:defRPr sz="2352">
                <a:latin typeface="Cambria"/>
                <a:ea typeface="Cambria"/>
                <a:cs typeface="Cambria"/>
                <a:sym typeface="Cambria"/>
              </a:defRPr>
            </a:pPr>
            <a:r>
              <a:rPr>
                <a:solidFill>
                  <a:schemeClr val="accent2"/>
                </a:solidFill>
              </a:rPr>
              <a:t>Testing</a:t>
            </a:r>
            <a:r>
              <a:t> - 11th Nov - 15th Nov</a:t>
            </a:r>
          </a:p>
          <a:p>
            <a:pPr lvl="3" marL="186690" indent="1767332" algn="just" defTabSz="896111">
              <a:spcBef>
                <a:spcPts val="0"/>
              </a:spcBef>
              <a:buSzTx/>
              <a:buNone/>
              <a:defRPr sz="2352">
                <a:latin typeface="Cambria"/>
                <a:ea typeface="Cambria"/>
                <a:cs typeface="Cambria"/>
                <a:sym typeface="Cambria"/>
              </a:defRPr>
            </a:pPr>
          </a:p>
          <a:p>
            <a:pPr lvl="3" marL="186690" indent="1767332" algn="just" defTabSz="896111">
              <a:spcBef>
                <a:spcPts val="0"/>
              </a:spcBef>
              <a:buSzTx/>
              <a:buNone/>
              <a:defRPr sz="2352">
                <a:latin typeface="Cambria"/>
                <a:ea typeface="Cambria"/>
                <a:cs typeface="Cambria"/>
                <a:sym typeface="Cambria"/>
              </a:defRPr>
            </a:pPr>
          </a:p>
          <a:p>
            <a:pPr lvl="4" marL="186690" indent="2215388" algn="just" defTabSz="896111">
              <a:spcBef>
                <a:spcPts val="0"/>
              </a:spcBef>
              <a:buSzTx/>
              <a:buNone/>
              <a:defRPr sz="2352">
                <a:latin typeface="Cambria"/>
                <a:ea typeface="Cambria"/>
                <a:cs typeface="Cambria"/>
                <a:sym typeface="Cambria"/>
              </a:defRPr>
            </a:pPr>
            <a:r>
              <a:rPr>
                <a:solidFill>
                  <a:schemeClr val="accent2"/>
                </a:solidFill>
              </a:rPr>
              <a:t>Deployment</a:t>
            </a:r>
            <a:r>
              <a:t> - 16th Nov - 19th Nov</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Google Shape;144;p22"/>
          <p:cNvSpPr txBox="1"/>
          <p:nvPr>
            <p:ph type="title"/>
          </p:nvPr>
        </p:nvSpPr>
        <p:spPr>
          <a:xfrm>
            <a:off x="812800" y="274638"/>
            <a:ext cx="10668000" cy="487501"/>
          </a:xfrm>
          <a:prstGeom prst="rect">
            <a:avLst/>
          </a:prstGeom>
        </p:spPr>
        <p:txBody>
          <a:bodyPr/>
          <a:lstStyle>
            <a:lvl1pPr defTabSz="868680">
              <a:defRPr sz="2660">
                <a:latin typeface="Cambria"/>
                <a:ea typeface="Cambria"/>
                <a:cs typeface="Cambria"/>
                <a:sym typeface="Cambria"/>
              </a:defRPr>
            </a:lvl1pPr>
          </a:lstStyle>
          <a:p>
            <a:pPr/>
            <a:r>
              <a:t>References (IEEE Paper format)</a:t>
            </a:r>
          </a:p>
        </p:txBody>
      </p:sp>
      <p:sp>
        <p:nvSpPr>
          <p:cNvPr id="167" name="Google Shape;145;p22"/>
          <p:cNvSpPr txBox="1"/>
          <p:nvPr>
            <p:ph type="body" idx="1"/>
          </p:nvPr>
        </p:nvSpPr>
        <p:spPr>
          <a:prstGeom prst="rect">
            <a:avLst/>
          </a:prstGeom>
        </p:spPr>
        <p:txBody>
          <a:bodyPr/>
          <a:lstStyle/>
          <a:p>
            <a:pPr marL="495300" indent="-342900">
              <a:spcBef>
                <a:spcPts val="0"/>
              </a:spcBef>
              <a:buFontTx/>
              <a:buChar char="➢"/>
              <a:defRPr>
                <a:latin typeface="Cambria"/>
                <a:ea typeface="Cambria"/>
                <a:cs typeface="Cambria"/>
                <a:sym typeface="Cambria"/>
              </a:defRPr>
            </a:pPr>
            <a:r>
              <a:t>Add APA Citation for all references:</a:t>
            </a:r>
          </a:p>
          <a:p>
            <a:pPr marL="495300" indent="-342900">
              <a:spcBef>
                <a:spcPts val="0"/>
              </a:spcBef>
              <a:buFontTx/>
              <a:buChar char="➢"/>
              <a:defRPr>
                <a:latin typeface="Cambria"/>
                <a:ea typeface="Cambria"/>
                <a:cs typeface="Cambria"/>
                <a:sym typeface="Cambria"/>
              </a:defRPr>
            </a:pPr>
          </a:p>
          <a:p>
            <a:pPr marL="495300" indent="-342900">
              <a:spcBef>
                <a:spcPts val="0"/>
              </a:spcBef>
              <a:buFontTx/>
              <a:buChar char="➢"/>
              <a:defRPr>
                <a:latin typeface="Cambria"/>
                <a:ea typeface="Cambria"/>
                <a:cs typeface="Cambria"/>
                <a:sym typeface="Cambria"/>
              </a:defRPr>
            </a:pPr>
            <a:r>
              <a:t>Siegfried, E. C., &amp; Jaworski, J. C. (2021). </a:t>
            </a:r>
            <a:r>
              <a:t>Remote diagnosis and management of pediatric skin conditions during COVID-19: Leveraging teledermatology</a:t>
            </a:r>
            <a:r>
              <a:t>. </a:t>
            </a:r>
            <a:r>
              <a:rPr i="1"/>
              <a:t>Pediatric Dermatology, 38</a:t>
            </a:r>
            <a:r>
              <a:t>(2), 253-259. </a:t>
            </a:r>
            <a:r>
              <a:rPr u="sng">
                <a:solidFill>
                  <a:srgbClr val="0000FF"/>
                </a:solidFill>
                <a:uFill>
                  <a:solidFill>
                    <a:srgbClr val="0000FF"/>
                  </a:solidFill>
                </a:uFill>
                <a:hlinkClick r:id="rId2" invalidUrl="" action="" tgtFrame="" tooltip="" history="1" highlightClick="0" endSnd="0"/>
              </a:rPr>
              <a:t>https://doi.org/10.1111/pde.14571</a:t>
            </a:r>
          </a:p>
          <a:p>
            <a:pPr marL="495300" indent="-342900">
              <a:spcBef>
                <a:spcPts val="0"/>
              </a:spcBef>
              <a:buFontTx/>
              <a:buChar char="➢"/>
              <a:defRPr>
                <a:latin typeface="Cambria"/>
                <a:ea typeface="Cambria"/>
                <a:cs typeface="Cambria"/>
                <a:sym typeface="Cambria"/>
              </a:defRPr>
            </a:pPr>
          </a:p>
          <a:p>
            <a:pPr marL="495300" indent="-342900">
              <a:spcBef>
                <a:spcPts val="0"/>
              </a:spcBef>
              <a:buFontTx/>
              <a:buChar char="➢"/>
              <a:defRPr>
                <a:latin typeface="Cambria"/>
                <a:ea typeface="Cambria"/>
                <a:cs typeface="Cambria"/>
                <a:sym typeface="Cambria"/>
              </a:defRPr>
            </a:pPr>
            <a:r>
              <a:t>Berger, T. G., &amp; Shive, M. (2019). </a:t>
            </a:r>
            <a:r>
              <a:rPr b="1"/>
              <a:t>Teledermatology in children: A growing trend</a:t>
            </a:r>
            <a:r>
              <a:t>. </a:t>
            </a:r>
            <a:r>
              <a:rPr i="1"/>
              <a:t>Pediatric Dermatology, 36</a:t>
            </a:r>
            <a:r>
              <a:t>(5), 617-623. </a:t>
            </a:r>
            <a:r>
              <a:rPr u="sng">
                <a:solidFill>
                  <a:srgbClr val="0000FF"/>
                </a:solidFill>
                <a:uFill>
                  <a:solidFill>
                    <a:srgbClr val="0000FF"/>
                  </a:solidFill>
                </a:uFill>
                <a:hlinkClick r:id="rId3" invalidUrl="" action="" tgtFrame="" tooltip="" history="1" highlightClick="0" endSnd="0"/>
              </a:rPr>
              <a:t>https://doi.org/10.1111/pde.13898</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9" name="Picture 4" descr="Picture 4"/>
          <p:cNvPicPr>
            <a:picLocks noChangeAspect="1"/>
          </p:cNvPicPr>
          <p:nvPr/>
        </p:nvPicPr>
        <p:blipFill>
          <a:blip r:embed="rId2">
            <a:extLst/>
          </a:blip>
          <a:stretch>
            <a:fillRect/>
          </a:stretch>
        </p:blipFill>
        <p:spPr>
          <a:xfrm>
            <a:off x="4082810" y="1441315"/>
            <a:ext cx="3893306" cy="3935472"/>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Bioinformatics">
  <a:themeElements>
    <a:clrScheme name="Bioinformatics">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Bioinformatics">
      <a:majorFont>
        <a:latin typeface="Arial"/>
        <a:ea typeface="Arial"/>
        <a:cs typeface="Arial"/>
      </a:majorFont>
      <a:minorFont>
        <a:latin typeface="Helvetica"/>
        <a:ea typeface="Helvetica"/>
        <a:cs typeface="Helvetica"/>
      </a:minorFont>
    </a:fontScheme>
    <a:fmtScheme name="Bioinformat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Bioinformatics">
  <a:themeElements>
    <a:clrScheme name="Bioinformatics">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Bioinformatics">
      <a:majorFont>
        <a:latin typeface="Arial"/>
        <a:ea typeface="Arial"/>
        <a:cs typeface="Arial"/>
      </a:majorFont>
      <a:minorFont>
        <a:latin typeface="Helvetica"/>
        <a:ea typeface="Helvetica"/>
        <a:cs typeface="Helvetica"/>
      </a:minorFont>
    </a:fontScheme>
    <a:fmtScheme name="Bioinformat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